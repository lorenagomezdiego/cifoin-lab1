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5.xml.rels" ContentType="application/vnd.openxmlformats-package.relationships+xml"/>
  <Override PartName="/ppt/slideMasters/_rels/slideMaster4.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_rels/presentation.xml.rels" ContentType="application/vnd.openxmlformats-package.relationships+xml"/>
  <Override PartName="/ppt/media/image1.png" ContentType="image/png"/>
  <Override PartName="/ppt/media/image2.png" ContentType="image/png"/>
  <Override PartName="/ppt/media/image3.png" ContentType="image/png"/>
  <Override PartName="/ppt/media/image4.svg" ContentType="image/svg"/>
  <Override PartName="/ppt/media/image7.png" ContentType="image/png"/>
  <Override PartName="/ppt/media/image5.png" ContentType="image/png"/>
  <Override PartName="/ppt/media/image6.png" ContentType="image/png"/>
  <Override PartName="/ppt/media/image10.png" ContentType="image/png"/>
  <Override PartName="/ppt/media/image8.png" ContentType="image/png"/>
  <Override PartName="/ppt/media/image9.png" ContentType="image/png"/>
  <Override PartName="/ppt/notesMasters/_rels/notesMaster1.xml.rels" ContentType="application/vnd.openxmlformats-package.relationships+xml"/>
  <Override PartName="/ppt/notesMasters/notesMaster1.xml" ContentType="application/vnd.openxmlformats-officedocument.presentationml.notesMaster+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s/slide1.xml" ContentType="application/vnd.openxmlformats-officedocument.presentationml.slide+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Slides/_rels/notesSlide7.xml.rels" ContentType="application/vnd.openxmlformats-package.relationships+xml"/>
  <Override PartName="/ppt/notesSlides/_rels/notesSlide6.xml.rels" ContentType="application/vnd.openxmlformats-package.relationships+xml"/>
  <Override PartName="/ppt/notesSlides/_rels/notesSlide5.xml.rels" ContentType="application/vnd.openxmlformats-package.relationships+xml"/>
  <Override PartName="/ppt/notesSlides/_rels/notesSlide4.xml.rels" ContentType="application/vnd.openxmlformats-package.relationships+xml"/>
  <Override PartName="/ppt/notesSlides/_rels/notesSlide3.xml.rels" ContentType="application/vnd.openxmlformats-package.relationship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Lst>
  <p:notesMasterIdLst>
    <p:notesMasterId r:id="rId7"/>
  </p:notesMasterIdLst>
  <p:sldIdLst>
    <p:sldId id="256" r:id="rId8"/>
    <p:sldId id="257" r:id="rId9"/>
    <p:sldId id="258" r:id="rId10"/>
    <p:sldId id="259" r:id="rId11"/>
    <p:sldId id="260" r:id="rId12"/>
    <p:sldId id="261" r:id="rId13"/>
    <p:sldId id="262" r:id="rId14"/>
    <p:sldId id="263" r:id="rId15"/>
  </p:sldIdLst>
  <p:sldSz cx="12192000" cy="6858000"/>
  <p:notesSz cx="12192000" cy="6858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6.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 name="PlaceHolder 1"/>
          <p:cNvSpPr>
            <a:spLocks noGrp="1"/>
          </p:cNvSpPr>
          <p:nvPr>
            <p:ph type="sldImg"/>
          </p:nvPr>
        </p:nvSpPr>
        <p:spPr>
          <a:xfrm>
            <a:off x="0" y="812520"/>
            <a:ext cx="0" cy="0"/>
          </a:xfrm>
          <a:prstGeom prst="rect">
            <a:avLst/>
          </a:prstGeom>
          <a:noFill/>
          <a:ln w="0">
            <a:noFill/>
          </a:ln>
        </p:spPr>
        <p:txBody>
          <a:bodyPr lIns="0" rIns="0" tIns="0" bIns="0" anchor="ctr">
            <a:noAutofit/>
          </a:bodyPr>
          <a:p>
            <a:pPr algn="ctr"/>
            <a:r>
              <a:rPr b="0" lang="es-ES" sz="4400" spc="-1" strike="noStrike">
                <a:solidFill>
                  <a:srgbClr val="000000"/>
                </a:solidFill>
                <a:latin typeface="Arial"/>
              </a:rPr>
              <a:t>Pulse para desplazar la diapositiva</a:t>
            </a:r>
            <a:endParaRPr b="0" lang="es-ES" sz="4400" spc="-1" strike="noStrike">
              <a:solidFill>
                <a:srgbClr val="000000"/>
              </a:solidFill>
              <a:latin typeface="Arial"/>
            </a:endParaRPr>
          </a:p>
        </p:txBody>
      </p:sp>
      <p:sp>
        <p:nvSpPr>
          <p:cNvPr id="43"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s-ES" sz="2000" spc="-1" strike="noStrike">
                <a:solidFill>
                  <a:srgbClr val="000000"/>
                </a:solidFill>
                <a:latin typeface="Arial"/>
              </a:rPr>
              <a:t>Pulse para editar el formato de las notas</a:t>
            </a:r>
            <a:endParaRPr b="0" lang="es-ES" sz="2000" spc="-1" strike="noStrike">
              <a:solidFill>
                <a:srgbClr val="000000"/>
              </a:solidFill>
              <a:latin typeface="Arial"/>
            </a:endParaRPr>
          </a:p>
        </p:txBody>
      </p:sp>
      <p:sp>
        <p:nvSpPr>
          <p:cNvPr id="44"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s-ES" sz="1400" spc="-1" strike="noStrike">
                <a:solidFill>
                  <a:srgbClr val="000000"/>
                </a:solidFill>
                <a:latin typeface="Times New Roman"/>
              </a:rPr>
              <a:t>&lt;cabecera&gt;</a:t>
            </a:r>
            <a:endParaRPr b="0" lang="es-ES" sz="1400" spc="-1" strike="noStrike">
              <a:solidFill>
                <a:srgbClr val="000000"/>
              </a:solidFill>
              <a:latin typeface="Times New Roman"/>
            </a:endParaRPr>
          </a:p>
        </p:txBody>
      </p:sp>
      <p:sp>
        <p:nvSpPr>
          <p:cNvPr id="45" name="PlaceHolder 4"/>
          <p:cNvSpPr>
            <a:spLocks noGrp="1"/>
          </p:cNvSpPr>
          <p:nvPr>
            <p:ph type="dt" idx="13"/>
          </p:nvPr>
        </p:nvSpPr>
        <p:spPr>
          <a:xfrm>
            <a:off x="4278960" y="0"/>
            <a:ext cx="3280680" cy="534240"/>
          </a:xfrm>
          <a:prstGeom prst="rect">
            <a:avLst/>
          </a:prstGeom>
          <a:noFill/>
          <a:ln w="0">
            <a:noFill/>
          </a:ln>
        </p:spPr>
        <p:txBody>
          <a:bodyPr lIns="0" rIns="0" tIns="0" bIns="0" anchor="t">
            <a:noAutofit/>
          </a:bodyPr>
          <a:lstStyle>
            <a:lvl1pPr indent="0" algn="r">
              <a:buNone/>
              <a:defRPr b="0" lang="es-ES" sz="1400" spc="-1" strike="noStrike">
                <a:solidFill>
                  <a:srgbClr val="000000"/>
                </a:solidFill>
                <a:latin typeface="Times New Roman"/>
              </a:defRPr>
            </a:lvl1pPr>
          </a:lstStyle>
          <a:p>
            <a:pPr indent="0" algn="r">
              <a:buNone/>
            </a:pPr>
            <a:r>
              <a:rPr b="0" lang="es-ES" sz="1400" spc="-1" strike="noStrike">
                <a:solidFill>
                  <a:srgbClr val="000000"/>
                </a:solidFill>
                <a:latin typeface="Times New Roman"/>
              </a:rPr>
              <a:t>&lt;fecha/hora&gt;</a:t>
            </a:r>
            <a:endParaRPr b="0" lang="es-ES" sz="1400" spc="-1" strike="noStrike">
              <a:solidFill>
                <a:srgbClr val="000000"/>
              </a:solidFill>
              <a:latin typeface="Times New Roman"/>
            </a:endParaRPr>
          </a:p>
        </p:txBody>
      </p:sp>
      <p:sp>
        <p:nvSpPr>
          <p:cNvPr id="46" name="PlaceHolder 5"/>
          <p:cNvSpPr>
            <a:spLocks noGrp="1"/>
          </p:cNvSpPr>
          <p:nvPr>
            <p:ph type="ftr" idx="14"/>
          </p:nvPr>
        </p:nvSpPr>
        <p:spPr>
          <a:xfrm>
            <a:off x="0" y="10157400"/>
            <a:ext cx="3280680" cy="534240"/>
          </a:xfrm>
          <a:prstGeom prst="rect">
            <a:avLst/>
          </a:prstGeom>
          <a:noFill/>
          <a:ln w="0">
            <a:noFill/>
          </a:ln>
        </p:spPr>
        <p:txBody>
          <a:bodyPr lIns="0" rIns="0" tIns="0" bIns="0" anchor="b">
            <a:noAutofit/>
          </a:bodyPr>
          <a:lstStyle>
            <a:lvl1pPr indent="0">
              <a:buNone/>
              <a:defRPr b="0" lang="es-ES" sz="1400" spc="-1" strike="noStrike">
                <a:solidFill>
                  <a:srgbClr val="000000"/>
                </a:solidFill>
                <a:latin typeface="Times New Roman"/>
              </a:defRPr>
            </a:lvl1pPr>
          </a:lstStyle>
          <a:p>
            <a:pPr indent="0">
              <a:buNone/>
            </a:pPr>
            <a:r>
              <a:rPr b="0" lang="es-ES" sz="1400" spc="-1" strike="noStrike">
                <a:solidFill>
                  <a:srgbClr val="000000"/>
                </a:solidFill>
                <a:latin typeface="Times New Roman"/>
              </a:rPr>
              <a:t>&lt;pie de página&gt;</a:t>
            </a:r>
            <a:endParaRPr b="0" lang="es-ES" sz="1400" spc="-1" strike="noStrike">
              <a:solidFill>
                <a:srgbClr val="000000"/>
              </a:solidFill>
              <a:latin typeface="Times New Roman"/>
            </a:endParaRPr>
          </a:p>
        </p:txBody>
      </p:sp>
      <p:sp>
        <p:nvSpPr>
          <p:cNvPr id="47" name="PlaceHolder 6"/>
          <p:cNvSpPr>
            <a:spLocks noGrp="1"/>
          </p:cNvSpPr>
          <p:nvPr>
            <p:ph type="sldNum" idx="15"/>
          </p:nvPr>
        </p:nvSpPr>
        <p:spPr>
          <a:xfrm>
            <a:off x="4278960" y="10157400"/>
            <a:ext cx="3280680" cy="534240"/>
          </a:xfrm>
          <a:prstGeom prst="rect">
            <a:avLst/>
          </a:prstGeom>
          <a:noFill/>
          <a:ln w="0">
            <a:noFill/>
          </a:ln>
        </p:spPr>
        <p:txBody>
          <a:bodyPr lIns="0" rIns="0" tIns="0" bIns="0" anchor="b">
            <a:noAutofit/>
          </a:bodyPr>
          <a:lstStyle>
            <a:lvl1pPr indent="0" algn="r">
              <a:buNone/>
              <a:defRPr b="0" lang="es-ES" sz="1400" spc="-1" strike="noStrike">
                <a:solidFill>
                  <a:srgbClr val="000000"/>
                </a:solidFill>
                <a:latin typeface="Times New Roman"/>
              </a:defRPr>
            </a:lvl1pPr>
          </a:lstStyle>
          <a:p>
            <a:pPr indent="0" algn="r">
              <a:buNone/>
            </a:pPr>
            <a:fld id="{6B6AE25F-9839-4FFC-A87C-52816ECF211D}" type="slidenum">
              <a:rPr b="0" lang="es-ES" sz="1400" spc="-1" strike="noStrike">
                <a:solidFill>
                  <a:srgbClr val="000000"/>
                </a:solidFill>
                <a:latin typeface="Times New Roman"/>
              </a:rPr>
              <a:t>&lt;número&gt;</a:t>
            </a:fld>
            <a:endParaRPr b="0" lang="es-E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 name="PlaceHolder 1"/>
          <p:cNvSpPr>
            <a:spLocks noGrp="1"/>
          </p:cNvSpPr>
          <p:nvPr>
            <p:ph type="sldImg"/>
          </p:nvPr>
        </p:nvSpPr>
        <p:spPr>
          <a:xfrm>
            <a:off x="4038480" y="857160"/>
            <a:ext cx="4114080" cy="2313720"/>
          </a:xfrm>
          <a:prstGeom prst="rect">
            <a:avLst/>
          </a:prstGeom>
          <a:ln w="0">
            <a:noFill/>
          </a:ln>
        </p:spPr>
      </p:sp>
      <p:sp>
        <p:nvSpPr>
          <p:cNvPr id="117" name="PlaceHolder 2"/>
          <p:cNvSpPr>
            <a:spLocks noGrp="1"/>
          </p:cNvSpPr>
          <p:nvPr>
            <p:ph type="body"/>
          </p:nvPr>
        </p:nvSpPr>
        <p:spPr>
          <a:xfrm>
            <a:off x="1219320" y="3300480"/>
            <a:ext cx="9752760" cy="2699640"/>
          </a:xfrm>
          <a:prstGeom prst="rect">
            <a:avLst/>
          </a:prstGeom>
          <a:noFill/>
          <a:ln w="0">
            <a:noFill/>
          </a:ln>
        </p:spPr>
        <p:txBody>
          <a:bodyPr lIns="91440" rIns="91440" tIns="45720" bIns="45720" anchor="t">
            <a:noAutofit/>
          </a:bodyPr>
          <a:p>
            <a:pPr marL="216000" indent="-216000">
              <a:buNone/>
            </a:pPr>
            <a:endParaRPr b="0" lang="es-ES" sz="1800" spc="-1" strike="noStrike">
              <a:solidFill>
                <a:srgbClr val="000000"/>
              </a:solidFill>
              <a:latin typeface="Arial"/>
            </a:endParaRPr>
          </a:p>
        </p:txBody>
      </p:sp>
      <p:sp>
        <p:nvSpPr>
          <p:cNvPr id="118" name="PlaceHolder 3"/>
          <p:cNvSpPr>
            <a:spLocks noGrp="1"/>
          </p:cNvSpPr>
          <p:nvPr>
            <p:ph type="sldNum" idx="22"/>
          </p:nvPr>
        </p:nvSpPr>
        <p:spPr>
          <a:xfrm>
            <a:off x="6905520" y="6513480"/>
            <a:ext cx="5282640" cy="34380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s-ES" sz="1200" spc="-1" strike="noStrike">
                <a:solidFill>
                  <a:srgbClr val="000000"/>
                </a:solidFill>
                <a:latin typeface="Times New Roman"/>
              </a:defRPr>
            </a:lvl1pPr>
          </a:lstStyle>
          <a:p>
            <a:pPr indent="0" algn="r">
              <a:lnSpc>
                <a:spcPct val="100000"/>
              </a:lnSpc>
              <a:buNone/>
              <a:tabLst>
                <a:tab algn="l" pos="0"/>
              </a:tabLst>
            </a:pPr>
            <a:fld id="{FED367B8-2DD4-425C-A9DD-DE4B7FAB8AAE}" type="slidenum">
              <a:rPr b="0" lang="es-ES" sz="1200" spc="-1" strike="noStrike">
                <a:solidFill>
                  <a:srgbClr val="000000"/>
                </a:solidFill>
                <a:latin typeface="Times New Roman"/>
              </a:rPr>
              <a:t>&lt;número&gt;</a:t>
            </a:fld>
            <a:endParaRPr b="0" lang="es-ES" sz="12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 name="PlaceHolder 1"/>
          <p:cNvSpPr>
            <a:spLocks noGrp="1"/>
          </p:cNvSpPr>
          <p:nvPr>
            <p:ph type="sldImg"/>
          </p:nvPr>
        </p:nvSpPr>
        <p:spPr>
          <a:xfrm>
            <a:off x="4038480" y="857160"/>
            <a:ext cx="4114080" cy="2313720"/>
          </a:xfrm>
          <a:prstGeom prst="rect">
            <a:avLst/>
          </a:prstGeom>
          <a:ln w="0">
            <a:noFill/>
          </a:ln>
        </p:spPr>
      </p:sp>
      <p:sp>
        <p:nvSpPr>
          <p:cNvPr id="120" name="PlaceHolder 2"/>
          <p:cNvSpPr>
            <a:spLocks noGrp="1"/>
          </p:cNvSpPr>
          <p:nvPr>
            <p:ph type="body"/>
          </p:nvPr>
        </p:nvSpPr>
        <p:spPr>
          <a:xfrm>
            <a:off x="1219320" y="3300480"/>
            <a:ext cx="9752760" cy="2699640"/>
          </a:xfrm>
          <a:prstGeom prst="rect">
            <a:avLst/>
          </a:prstGeom>
          <a:noFill/>
          <a:ln w="0">
            <a:noFill/>
          </a:ln>
        </p:spPr>
        <p:txBody>
          <a:bodyPr lIns="91440" rIns="91440" tIns="45720" bIns="45720" anchor="t">
            <a:noAutofit/>
          </a:bodyPr>
          <a:p>
            <a:pPr marL="216000" indent="-216000">
              <a:buNone/>
            </a:pPr>
            <a:endParaRPr b="0" lang="es-ES" sz="1800" spc="-1" strike="noStrike">
              <a:solidFill>
                <a:srgbClr val="000000"/>
              </a:solidFill>
              <a:latin typeface="Arial"/>
            </a:endParaRPr>
          </a:p>
        </p:txBody>
      </p:sp>
      <p:sp>
        <p:nvSpPr>
          <p:cNvPr id="121" name="PlaceHolder 3"/>
          <p:cNvSpPr>
            <a:spLocks noGrp="1"/>
          </p:cNvSpPr>
          <p:nvPr>
            <p:ph type="sldNum" idx="23"/>
          </p:nvPr>
        </p:nvSpPr>
        <p:spPr>
          <a:xfrm>
            <a:off x="6905520" y="6513480"/>
            <a:ext cx="5282640" cy="34380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s-ES" sz="1200" spc="-1" strike="noStrike">
                <a:solidFill>
                  <a:srgbClr val="000000"/>
                </a:solidFill>
                <a:latin typeface="Times New Roman"/>
              </a:defRPr>
            </a:lvl1pPr>
          </a:lstStyle>
          <a:p>
            <a:pPr indent="0" algn="r">
              <a:lnSpc>
                <a:spcPct val="100000"/>
              </a:lnSpc>
              <a:buNone/>
              <a:tabLst>
                <a:tab algn="l" pos="0"/>
              </a:tabLst>
            </a:pPr>
            <a:fld id="{30350546-6460-4D5F-BA76-709B5560CB26}" type="slidenum">
              <a:rPr b="0" lang="es-ES" sz="1200" spc="-1" strike="noStrike">
                <a:solidFill>
                  <a:srgbClr val="000000"/>
                </a:solidFill>
                <a:latin typeface="Times New Roman"/>
              </a:rPr>
              <a:t>&lt;número&gt;</a:t>
            </a:fld>
            <a:endParaRPr b="0" lang="es-ES"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 name="PlaceHolder 1"/>
          <p:cNvSpPr>
            <a:spLocks noGrp="1"/>
          </p:cNvSpPr>
          <p:nvPr>
            <p:ph type="sldImg"/>
          </p:nvPr>
        </p:nvSpPr>
        <p:spPr>
          <a:xfrm>
            <a:off x="4038480" y="857160"/>
            <a:ext cx="4114080" cy="2313720"/>
          </a:xfrm>
          <a:prstGeom prst="rect">
            <a:avLst/>
          </a:prstGeom>
          <a:ln w="0">
            <a:noFill/>
          </a:ln>
        </p:spPr>
      </p:sp>
      <p:sp>
        <p:nvSpPr>
          <p:cNvPr id="123" name="PlaceHolder 2"/>
          <p:cNvSpPr>
            <a:spLocks noGrp="1"/>
          </p:cNvSpPr>
          <p:nvPr>
            <p:ph type="body"/>
          </p:nvPr>
        </p:nvSpPr>
        <p:spPr>
          <a:xfrm>
            <a:off x="1219320" y="3300480"/>
            <a:ext cx="9752760" cy="2699640"/>
          </a:xfrm>
          <a:prstGeom prst="rect">
            <a:avLst/>
          </a:prstGeom>
          <a:noFill/>
          <a:ln w="0">
            <a:noFill/>
          </a:ln>
        </p:spPr>
        <p:txBody>
          <a:bodyPr lIns="91440" rIns="91440" tIns="45720" bIns="45720" anchor="t">
            <a:noAutofit/>
          </a:bodyPr>
          <a:p>
            <a:pPr marL="216000" indent="-216000">
              <a:buNone/>
            </a:pPr>
            <a:endParaRPr b="0" lang="es-ES" sz="1800" spc="-1" strike="noStrike">
              <a:solidFill>
                <a:srgbClr val="000000"/>
              </a:solidFill>
              <a:latin typeface="Arial"/>
            </a:endParaRPr>
          </a:p>
        </p:txBody>
      </p:sp>
      <p:sp>
        <p:nvSpPr>
          <p:cNvPr id="124" name="PlaceHolder 3"/>
          <p:cNvSpPr>
            <a:spLocks noGrp="1"/>
          </p:cNvSpPr>
          <p:nvPr>
            <p:ph type="sldNum" idx="24"/>
          </p:nvPr>
        </p:nvSpPr>
        <p:spPr>
          <a:xfrm>
            <a:off x="6905520" y="6513480"/>
            <a:ext cx="5282640" cy="34380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s-ES" sz="1200" spc="-1" strike="noStrike">
                <a:solidFill>
                  <a:srgbClr val="000000"/>
                </a:solidFill>
                <a:latin typeface="Times New Roman"/>
              </a:defRPr>
            </a:lvl1pPr>
          </a:lstStyle>
          <a:p>
            <a:pPr indent="0" algn="r">
              <a:lnSpc>
                <a:spcPct val="100000"/>
              </a:lnSpc>
              <a:buNone/>
              <a:tabLst>
                <a:tab algn="l" pos="0"/>
              </a:tabLst>
            </a:pPr>
            <a:fld id="{496D7D40-BE50-4E0A-AB27-E6E2E36A3696}" type="slidenum">
              <a:rPr b="0" lang="es-ES" sz="1200" spc="-1" strike="noStrike">
                <a:solidFill>
                  <a:srgbClr val="000000"/>
                </a:solidFill>
                <a:latin typeface="Times New Roman"/>
              </a:rPr>
              <a:t>&lt;número&gt;</a:t>
            </a:fld>
            <a:endParaRPr b="0" lang="es-ES"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 name="PlaceHolder 1"/>
          <p:cNvSpPr>
            <a:spLocks noGrp="1"/>
          </p:cNvSpPr>
          <p:nvPr>
            <p:ph type="sldImg"/>
          </p:nvPr>
        </p:nvSpPr>
        <p:spPr>
          <a:xfrm>
            <a:off x="4038480" y="857160"/>
            <a:ext cx="4114080" cy="2313720"/>
          </a:xfrm>
          <a:prstGeom prst="rect">
            <a:avLst/>
          </a:prstGeom>
          <a:ln w="0">
            <a:noFill/>
          </a:ln>
        </p:spPr>
      </p:sp>
      <p:sp>
        <p:nvSpPr>
          <p:cNvPr id="126" name="PlaceHolder 2"/>
          <p:cNvSpPr>
            <a:spLocks noGrp="1"/>
          </p:cNvSpPr>
          <p:nvPr>
            <p:ph type="body"/>
          </p:nvPr>
        </p:nvSpPr>
        <p:spPr>
          <a:xfrm>
            <a:off x="1219320" y="3300480"/>
            <a:ext cx="9752760" cy="2699640"/>
          </a:xfrm>
          <a:prstGeom prst="rect">
            <a:avLst/>
          </a:prstGeom>
          <a:noFill/>
          <a:ln w="0">
            <a:noFill/>
          </a:ln>
        </p:spPr>
        <p:txBody>
          <a:bodyPr lIns="91440" rIns="91440" tIns="45720" bIns="45720" anchor="t">
            <a:noAutofit/>
          </a:bodyPr>
          <a:p>
            <a:pPr marL="216000" indent="-216000">
              <a:buNone/>
            </a:pPr>
            <a:endParaRPr b="0" lang="es-ES" sz="1800" spc="-1" strike="noStrike">
              <a:solidFill>
                <a:srgbClr val="000000"/>
              </a:solidFill>
              <a:latin typeface="Arial"/>
            </a:endParaRPr>
          </a:p>
        </p:txBody>
      </p:sp>
      <p:sp>
        <p:nvSpPr>
          <p:cNvPr id="127" name="PlaceHolder 3"/>
          <p:cNvSpPr>
            <a:spLocks noGrp="1"/>
          </p:cNvSpPr>
          <p:nvPr>
            <p:ph type="sldNum" idx="25"/>
          </p:nvPr>
        </p:nvSpPr>
        <p:spPr>
          <a:xfrm>
            <a:off x="6905520" y="6513480"/>
            <a:ext cx="5282640" cy="34380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s-ES" sz="1200" spc="-1" strike="noStrike">
                <a:solidFill>
                  <a:srgbClr val="000000"/>
                </a:solidFill>
                <a:latin typeface="Times New Roman"/>
              </a:defRPr>
            </a:lvl1pPr>
          </a:lstStyle>
          <a:p>
            <a:pPr indent="0" algn="r">
              <a:lnSpc>
                <a:spcPct val="100000"/>
              </a:lnSpc>
              <a:buNone/>
              <a:tabLst>
                <a:tab algn="l" pos="0"/>
              </a:tabLst>
            </a:pPr>
            <a:fld id="{E25470B8-15F6-4D6E-B38A-D90B85CDCD57}" type="slidenum">
              <a:rPr b="0" lang="es-ES" sz="1200" spc="-1" strike="noStrike">
                <a:solidFill>
                  <a:srgbClr val="000000"/>
                </a:solidFill>
                <a:latin typeface="Times New Roman"/>
              </a:rPr>
              <a:t>&lt;número&gt;</a:t>
            </a:fld>
            <a:endParaRPr b="0" lang="es-ES"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 name="PlaceHolder 1"/>
          <p:cNvSpPr>
            <a:spLocks noGrp="1"/>
          </p:cNvSpPr>
          <p:nvPr>
            <p:ph type="sldImg"/>
          </p:nvPr>
        </p:nvSpPr>
        <p:spPr>
          <a:xfrm>
            <a:off x="4038480" y="857160"/>
            <a:ext cx="4114080" cy="2313720"/>
          </a:xfrm>
          <a:prstGeom prst="rect">
            <a:avLst/>
          </a:prstGeom>
          <a:ln w="0">
            <a:noFill/>
          </a:ln>
        </p:spPr>
      </p:sp>
      <p:sp>
        <p:nvSpPr>
          <p:cNvPr id="129" name="PlaceHolder 2"/>
          <p:cNvSpPr>
            <a:spLocks noGrp="1"/>
          </p:cNvSpPr>
          <p:nvPr>
            <p:ph type="body"/>
          </p:nvPr>
        </p:nvSpPr>
        <p:spPr>
          <a:xfrm>
            <a:off x="1219320" y="3300480"/>
            <a:ext cx="9752760" cy="2699640"/>
          </a:xfrm>
          <a:prstGeom prst="rect">
            <a:avLst/>
          </a:prstGeom>
          <a:noFill/>
          <a:ln w="0">
            <a:noFill/>
          </a:ln>
        </p:spPr>
        <p:txBody>
          <a:bodyPr lIns="91440" rIns="91440" tIns="45720" bIns="45720" anchor="t">
            <a:noAutofit/>
          </a:bodyPr>
          <a:p>
            <a:pPr marL="216000" indent="-216000">
              <a:buNone/>
            </a:pPr>
            <a:endParaRPr b="0" lang="es-ES" sz="1800" spc="-1" strike="noStrike">
              <a:solidFill>
                <a:srgbClr val="000000"/>
              </a:solidFill>
              <a:latin typeface="Arial"/>
            </a:endParaRPr>
          </a:p>
        </p:txBody>
      </p:sp>
      <p:sp>
        <p:nvSpPr>
          <p:cNvPr id="130" name="PlaceHolder 3"/>
          <p:cNvSpPr>
            <a:spLocks noGrp="1"/>
          </p:cNvSpPr>
          <p:nvPr>
            <p:ph type="sldNum" idx="26"/>
          </p:nvPr>
        </p:nvSpPr>
        <p:spPr>
          <a:xfrm>
            <a:off x="6905520" y="6513480"/>
            <a:ext cx="5282640" cy="34380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s-ES" sz="1200" spc="-1" strike="noStrike">
                <a:solidFill>
                  <a:srgbClr val="000000"/>
                </a:solidFill>
                <a:latin typeface="Times New Roman"/>
              </a:defRPr>
            </a:lvl1pPr>
          </a:lstStyle>
          <a:p>
            <a:pPr indent="0" algn="r">
              <a:lnSpc>
                <a:spcPct val="100000"/>
              </a:lnSpc>
              <a:buNone/>
              <a:tabLst>
                <a:tab algn="l" pos="0"/>
              </a:tabLst>
            </a:pPr>
            <a:fld id="{292E6982-5F8D-4C59-814C-567F43B9463D}" type="slidenum">
              <a:rPr b="0" lang="es-ES" sz="1200" spc="-1" strike="noStrike">
                <a:solidFill>
                  <a:srgbClr val="000000"/>
                </a:solidFill>
                <a:latin typeface="Times New Roman"/>
              </a:rPr>
              <a:t>&lt;número&gt;</a:t>
            </a:fld>
            <a:endParaRPr b="0" lang="es-E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Slide">
    <p:spTree>
      <p:nvGrpSpPr>
        <p:cNvPr id="1" name=""/>
        <p:cNvGrpSpPr/>
        <p:nvPr/>
      </p:nvGrpSpPr>
      <p:grpSpPr>
        <a:xfrm>
          <a:off x="0" y="0"/>
          <a:ext cx="0" cy="0"/>
          <a:chOff x="0" y="0"/>
          <a:chExt cx="0" cy="0"/>
        </a:xfrm>
      </p:grpSpPr>
      <p:sp>
        <p:nvSpPr>
          <p:cNvPr id="6" name="PlaceHolder 1"/>
          <p:cNvSpPr>
            <a:spLocks noGrp="1"/>
          </p:cNvSpPr>
          <p:nvPr>
            <p:ph type="title"/>
          </p:nvPr>
        </p:nvSpPr>
        <p:spPr>
          <a:xfrm>
            <a:off x="3987000" y="583200"/>
            <a:ext cx="2598480" cy="2500200"/>
          </a:xfrm>
          <a:prstGeom prst="rect">
            <a:avLst/>
          </a:prstGeom>
          <a:noFill/>
          <a:ln w="0">
            <a:noFill/>
          </a:ln>
        </p:spPr>
        <p:txBody>
          <a:bodyPr lIns="0" rIns="0" tIns="0" bIns="0" anchor="ctr">
            <a:noAutofit/>
          </a:bodyPr>
          <a:p>
            <a:pPr indent="0" algn="ctr">
              <a:buNone/>
            </a:pPr>
            <a:endParaRPr b="0" lang="es-ES" sz="4400" spc="-1" strike="noStrike">
              <a:solidFill>
                <a:srgbClr val="000000"/>
              </a:solidFill>
              <a:latin typeface="Arial"/>
            </a:endParaRPr>
          </a:p>
        </p:txBody>
      </p:sp>
      <p:sp>
        <p:nvSpPr>
          <p:cNvPr id="7" name="PlaceHolder 2"/>
          <p:cNvSpPr>
            <a:spLocks noGrp="1"/>
          </p:cNvSpPr>
          <p:nvPr>
            <p:ph/>
          </p:nvPr>
        </p:nvSpPr>
        <p:spPr>
          <a:xfrm>
            <a:off x="609480" y="1604520"/>
            <a:ext cx="10972080" cy="3976920"/>
          </a:xfrm>
          <a:prstGeom prst="rect">
            <a:avLst/>
          </a:prstGeom>
          <a:noFill/>
          <a:ln w="0">
            <a:noFill/>
          </a:ln>
        </p:spPr>
        <p:txBody>
          <a:bodyPr lIns="0" rIns="0" tIns="0" bIns="0" anchor="t">
            <a:normAutofit/>
          </a:bodyPr>
          <a:p>
            <a:pPr indent="0">
              <a:spcBef>
                <a:spcPts val="1417"/>
              </a:spcBef>
              <a:buNone/>
            </a:pPr>
            <a:endParaRPr b="0" lang="es-E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B32FAB62-F698-47BF-BEBB-6BC78E8C08FC}" type="slidenum">
              <a:t>&lt;#&gt;</a:t>
            </a:fld>
          </a:p>
        </p:txBody>
      </p:sp>
      <p:sp>
        <p:nvSpPr>
          <p:cNvPr id="6" name="PlaceHolder 5"/>
          <p:cNvSpPr>
            <a:spLocks noGrp="1"/>
          </p:cNvSpPr>
          <p:nvPr>
            <p:ph type="dt" idx="3"/>
          </p:nvPr>
        </p:nvSpPr>
        <p:spPr/>
        <p:txBody>
          <a:bodyPr/>
          <a:p>
            <a:r>
              <a:rPr lang="es-E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13" name="PlaceHolder 1"/>
          <p:cNvSpPr>
            <a:spLocks noGrp="1"/>
          </p:cNvSpPr>
          <p:nvPr>
            <p:ph type="title"/>
          </p:nvPr>
        </p:nvSpPr>
        <p:spPr>
          <a:xfrm>
            <a:off x="3987000" y="583200"/>
            <a:ext cx="2598480" cy="2500200"/>
          </a:xfrm>
          <a:prstGeom prst="rect">
            <a:avLst/>
          </a:prstGeom>
          <a:noFill/>
          <a:ln w="0">
            <a:noFill/>
          </a:ln>
        </p:spPr>
        <p:txBody>
          <a:bodyPr lIns="0" rIns="0" tIns="0" bIns="0" anchor="ctr">
            <a:noAutofit/>
          </a:bodyPr>
          <a:p>
            <a:pPr indent="0" algn="ctr">
              <a:buNone/>
            </a:pPr>
            <a:endParaRPr b="0" lang="es-ES" sz="4400" spc="-1" strike="noStrike">
              <a:solidFill>
                <a:srgbClr val="000000"/>
              </a:solidFill>
              <a:latin typeface="Arial"/>
            </a:endParaRPr>
          </a:p>
        </p:txBody>
      </p:sp>
      <p:sp>
        <p:nvSpPr>
          <p:cNvPr id="14" name="PlaceHolder 2"/>
          <p:cNvSpPr>
            <a:spLocks noGrp="1"/>
          </p:cNvSpPr>
          <p:nvPr>
            <p:ph/>
          </p:nvPr>
        </p:nvSpPr>
        <p:spPr>
          <a:xfrm>
            <a:off x="609480" y="1604520"/>
            <a:ext cx="10972080" cy="3976920"/>
          </a:xfrm>
          <a:prstGeom prst="rect">
            <a:avLst/>
          </a:prstGeom>
          <a:noFill/>
          <a:ln w="0">
            <a:noFill/>
          </a:ln>
        </p:spPr>
        <p:txBody>
          <a:bodyPr lIns="0" rIns="0" tIns="0" bIns="0" anchor="t">
            <a:normAutofit/>
          </a:bodyPr>
          <a:p>
            <a:pPr indent="0">
              <a:spcBef>
                <a:spcPts val="1417"/>
              </a:spcBef>
              <a:buNone/>
            </a:pPr>
            <a:endParaRPr b="0" lang="es-ES" sz="320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DCD041FF-10E2-4714-BE27-1A818F5B4EE6}" type="slidenum">
              <a:t>&lt;#&gt;</a:t>
            </a:fld>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wo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3987000" y="583200"/>
            <a:ext cx="2598480" cy="2500200"/>
          </a:xfrm>
          <a:prstGeom prst="rect">
            <a:avLst/>
          </a:prstGeom>
          <a:noFill/>
          <a:ln w="0">
            <a:noFill/>
          </a:ln>
        </p:spPr>
        <p:txBody>
          <a:bodyPr lIns="0" rIns="0" tIns="0" bIns="0" anchor="ctr">
            <a:noAutofit/>
          </a:bodyPr>
          <a:p>
            <a:pPr indent="0" algn="ctr">
              <a:buNone/>
            </a:pPr>
            <a:endParaRPr b="0" lang="es-ES" sz="4400" spc="-1" strike="noStrike">
              <a:solidFill>
                <a:srgbClr val="000000"/>
              </a:solidFill>
              <a:latin typeface="Arial"/>
            </a:endParaRPr>
          </a:p>
        </p:txBody>
      </p:sp>
      <p:sp>
        <p:nvSpPr>
          <p:cNvPr id="22" name="PlaceHolder 2"/>
          <p:cNvSpPr>
            <a:spLocks noGrp="1"/>
          </p:cNvSpPr>
          <p:nvPr>
            <p:ph/>
          </p:nvPr>
        </p:nvSpPr>
        <p:spPr>
          <a:xfrm>
            <a:off x="609480" y="1604520"/>
            <a:ext cx="10972080" cy="3976920"/>
          </a:xfrm>
          <a:prstGeom prst="rect">
            <a:avLst/>
          </a:prstGeom>
          <a:noFill/>
          <a:ln w="0">
            <a:noFill/>
          </a:ln>
        </p:spPr>
        <p:txBody>
          <a:bodyPr lIns="0" rIns="0" tIns="0" bIns="0" anchor="t">
            <a:normAutofit/>
          </a:bodyPr>
          <a:p>
            <a:pPr indent="0">
              <a:spcBef>
                <a:spcPts val="1417"/>
              </a:spcBef>
              <a:buNone/>
            </a:pPr>
            <a:endParaRPr b="0" lang="es-ES" sz="3200" spc="-1" strike="noStrike">
              <a:solidFill>
                <a:srgbClr val="000000"/>
              </a:solidFill>
              <a:latin typeface="Arial"/>
            </a:endParaRPr>
          </a:p>
        </p:txBody>
      </p:sp>
      <p:sp>
        <p:nvSpPr>
          <p:cNvPr id="4" name="PlaceHolder 3"/>
          <p:cNvSpPr>
            <a:spLocks noGrp="1"/>
          </p:cNvSpPr>
          <p:nvPr>
            <p:ph type="ftr" idx="6"/>
          </p:nvPr>
        </p:nvSpPr>
        <p:spPr/>
        <p:txBody>
          <a:bodyPr/>
          <a:p>
            <a:r>
              <a:t>Footer</a:t>
            </a:r>
          </a:p>
        </p:txBody>
      </p:sp>
      <p:sp>
        <p:nvSpPr>
          <p:cNvPr id="5" name="PlaceHolder 4"/>
          <p:cNvSpPr>
            <a:spLocks noGrp="1"/>
          </p:cNvSpPr>
          <p:nvPr>
            <p:ph type="sldNum" idx="7"/>
          </p:nvPr>
        </p:nvSpPr>
        <p:spPr/>
        <p:txBody>
          <a:bodyPr/>
          <a:p>
            <a:fld id="{9BDDAB36-7293-4597-A76F-E9D26625E28B}" type="slidenum">
              <a:t>&lt;#&gt;</a:t>
            </a:fld>
          </a:p>
        </p:txBody>
      </p:sp>
      <p:sp>
        <p:nvSpPr>
          <p:cNvPr id="6" name="PlaceHolder 5"/>
          <p:cNvSpPr>
            <a:spLocks noGrp="1"/>
          </p:cNvSpPr>
          <p:nvPr>
            <p:ph type="dt" idx="8"/>
          </p:nvPr>
        </p:nvSpPr>
        <p:spPr/>
        <p:txBody>
          <a:bodyPr/>
          <a:p>
            <a:r>
              <a:rPr lang="es-E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Only">
    <p:spTree>
      <p:nvGrpSpPr>
        <p:cNvPr id="1" name=""/>
        <p:cNvGrpSpPr/>
        <p:nvPr/>
      </p:nvGrpSpPr>
      <p:grpSpPr>
        <a:xfrm>
          <a:off x="0" y="0"/>
          <a:ext cx="0" cy="0"/>
          <a:chOff x="0" y="0"/>
          <a:chExt cx="0" cy="0"/>
        </a:xfrm>
      </p:grpSpPr>
      <p:sp>
        <p:nvSpPr>
          <p:cNvPr id="31" name="PlaceHolder 1"/>
          <p:cNvSpPr>
            <a:spLocks noGrp="1"/>
          </p:cNvSpPr>
          <p:nvPr>
            <p:ph type="title"/>
          </p:nvPr>
        </p:nvSpPr>
        <p:spPr>
          <a:xfrm>
            <a:off x="3987000" y="583200"/>
            <a:ext cx="2598480" cy="2500200"/>
          </a:xfrm>
          <a:prstGeom prst="rect">
            <a:avLst/>
          </a:prstGeom>
          <a:noFill/>
          <a:ln w="0">
            <a:noFill/>
          </a:ln>
        </p:spPr>
        <p:txBody>
          <a:bodyPr lIns="0" rIns="0" tIns="0" bIns="0" anchor="ctr">
            <a:noAutofit/>
          </a:bodyPr>
          <a:p>
            <a:pPr indent="0" algn="ctr">
              <a:buNone/>
            </a:pPr>
            <a:endParaRPr b="0" lang="es-ES" sz="4400" spc="-1" strike="noStrike">
              <a:solidFill>
                <a:srgbClr val="000000"/>
              </a:solidFill>
              <a:latin typeface="Arial"/>
            </a:endParaRPr>
          </a:p>
        </p:txBody>
      </p:sp>
      <p:sp>
        <p:nvSpPr>
          <p:cNvPr id="32" name="PlaceHolder 2"/>
          <p:cNvSpPr>
            <a:spLocks noGrp="1"/>
          </p:cNvSpPr>
          <p:nvPr>
            <p:ph/>
          </p:nvPr>
        </p:nvSpPr>
        <p:spPr>
          <a:xfrm>
            <a:off x="609480" y="1604520"/>
            <a:ext cx="10972080" cy="3976920"/>
          </a:xfrm>
          <a:prstGeom prst="rect">
            <a:avLst/>
          </a:prstGeom>
          <a:noFill/>
          <a:ln w="0">
            <a:noFill/>
          </a:ln>
        </p:spPr>
        <p:txBody>
          <a:bodyPr lIns="0" rIns="0" tIns="0" bIns="0" anchor="t">
            <a:normAutofit/>
          </a:bodyPr>
          <a:p>
            <a:pPr indent="0">
              <a:spcBef>
                <a:spcPts val="1417"/>
              </a:spcBef>
              <a:buNone/>
            </a:pPr>
            <a:endParaRPr b="0" lang="es-ES" sz="3200" spc="-1" strike="noStrike">
              <a:solidFill>
                <a:srgbClr val="000000"/>
              </a:solidFill>
              <a:latin typeface="Arial"/>
            </a:endParaRPr>
          </a:p>
        </p:txBody>
      </p:sp>
      <p:sp>
        <p:nvSpPr>
          <p:cNvPr id="4" name="PlaceHolder 3"/>
          <p:cNvSpPr>
            <a:spLocks noGrp="1"/>
          </p:cNvSpPr>
          <p:nvPr>
            <p:ph type="sldNum" idx="9"/>
          </p:nvPr>
        </p:nvSpPr>
        <p:spPr/>
        <p:txBody>
          <a:bodyPr/>
          <a:p>
            <a:fld id="{25B88302-F4C9-49AF-8698-B9FD40353464}" type="slidenum">
              <a:t>&lt;#&gt;</a:t>
            </a:fld>
          </a:p>
        </p:txBody>
      </p:sp>
      <p:sp>
        <p:nvSpPr>
          <p:cNvPr id="5" name="PlaceHolder 4"/>
          <p:cNvSpPr>
            <a:spLocks noGrp="1"/>
          </p:cNvSpPr>
          <p:nvPr>
            <p:ph type="dt" idx="10"/>
          </p:nvPr>
        </p:nvSpPr>
        <p:spPr/>
        <p:txBody>
          <a:bodyPr/>
          <a:p>
            <a:r>
              <a:rPr lang="es-E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Blank">
    <p:spTree>
      <p:nvGrpSpPr>
        <p:cNvPr id="1" name=""/>
        <p:cNvGrpSpPr/>
        <p:nvPr/>
      </p:nvGrpSpPr>
      <p:grpSpPr>
        <a:xfrm>
          <a:off x="0" y="0"/>
          <a:ext cx="0" cy="0"/>
          <a:chOff x="0" y="0"/>
          <a:chExt cx="0" cy="0"/>
        </a:xfrm>
      </p:grpSpPr>
      <p:sp>
        <p:nvSpPr>
          <p:cNvPr id="40" name="PlaceHolder 1"/>
          <p:cNvSpPr>
            <a:spLocks noGrp="1"/>
          </p:cNvSpPr>
          <p:nvPr>
            <p:ph type="title"/>
          </p:nvPr>
        </p:nvSpPr>
        <p:spPr>
          <a:xfrm>
            <a:off x="3987000" y="583200"/>
            <a:ext cx="2598480" cy="2500200"/>
          </a:xfrm>
          <a:prstGeom prst="rect">
            <a:avLst/>
          </a:prstGeom>
          <a:noFill/>
          <a:ln w="0">
            <a:noFill/>
          </a:ln>
        </p:spPr>
        <p:txBody>
          <a:bodyPr lIns="0" rIns="0" tIns="0" bIns="0" anchor="ctr">
            <a:noAutofit/>
          </a:bodyPr>
          <a:p>
            <a:pPr indent="0" algn="ctr">
              <a:buNone/>
            </a:pPr>
            <a:endParaRPr b="0" lang="es-ES" sz="4400" spc="-1" strike="noStrike">
              <a:solidFill>
                <a:srgbClr val="000000"/>
              </a:solidFill>
              <a:latin typeface="Arial"/>
            </a:endParaRPr>
          </a:p>
        </p:txBody>
      </p:sp>
      <p:sp>
        <p:nvSpPr>
          <p:cNvPr id="41" name="PlaceHolder 2"/>
          <p:cNvSpPr>
            <a:spLocks noGrp="1"/>
          </p:cNvSpPr>
          <p:nvPr>
            <p:ph/>
          </p:nvPr>
        </p:nvSpPr>
        <p:spPr>
          <a:xfrm>
            <a:off x="609480" y="1604520"/>
            <a:ext cx="10972080" cy="3976920"/>
          </a:xfrm>
          <a:prstGeom prst="rect">
            <a:avLst/>
          </a:prstGeom>
          <a:noFill/>
          <a:ln w="0">
            <a:noFill/>
          </a:ln>
        </p:spPr>
        <p:txBody>
          <a:bodyPr lIns="0" rIns="0" tIns="0" bIns="0" anchor="t">
            <a:normAutofit/>
          </a:bodyPr>
          <a:p>
            <a:pPr indent="0">
              <a:spcBef>
                <a:spcPts val="1417"/>
              </a:spcBef>
              <a:buNone/>
            </a:pPr>
            <a:endParaRPr b="0" lang="es-ES" sz="3200" spc="-1" strike="noStrike">
              <a:solidFill>
                <a:srgbClr val="000000"/>
              </a:solidFill>
              <a:latin typeface="Arial"/>
            </a:endParaRPr>
          </a:p>
        </p:txBody>
      </p:sp>
      <p:sp>
        <p:nvSpPr>
          <p:cNvPr id="4" name="PlaceHolder 3"/>
          <p:cNvSpPr>
            <a:spLocks noGrp="1"/>
          </p:cNvSpPr>
          <p:nvPr>
            <p:ph type="sldNum" idx="11"/>
          </p:nvPr>
        </p:nvSpPr>
        <p:spPr/>
        <p:txBody>
          <a:bodyPr/>
          <a:p>
            <a:fld id="{52367491-B133-4CEC-8CB7-5F28BEFD1A99}" type="slidenum">
              <a:t>&lt;#&gt;</a:t>
            </a:fld>
          </a:p>
        </p:txBody>
      </p:sp>
      <p:sp>
        <p:nvSpPr>
          <p:cNvPr id="5" name="PlaceHolder 4"/>
          <p:cNvSpPr>
            <a:spLocks noGrp="1"/>
          </p:cNvSpPr>
          <p:nvPr>
            <p:ph type="dt" idx="12"/>
          </p:nvPr>
        </p:nvSpPr>
        <p:spPr/>
        <p:txBody>
          <a:bodyPr/>
          <a:p>
            <a:r>
              <a:rPr lang="es-E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1.png"/><Relationship Id="rId3"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1.png"/><Relationship Id="rId3"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slideLayout" Target="../slideLayouts/slideLayout5.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0" name="bk object 16"/>
          <p:cNvSpPr/>
          <p:nvPr/>
        </p:nvSpPr>
        <p:spPr>
          <a:xfrm>
            <a:off x="891360" y="5283720"/>
            <a:ext cx="2623680" cy="1573560"/>
          </a:xfrm>
          <a:prstGeom prst="rect">
            <a:avLst/>
          </a:prstGeom>
          <a:blipFill rotWithShape="0">
            <a:blip r:embed="rId2"/>
            <a:srcRect/>
            <a:stretch/>
          </a:blipFill>
          <a:ln w="0">
            <a:noFill/>
          </a:ln>
        </p:spPr>
        <p:style>
          <a:lnRef idx="0"/>
          <a:fillRef idx="0"/>
          <a:effectRef idx="0"/>
          <a:fontRef idx="minor"/>
        </p:style>
        <p:txBody>
          <a:bodyPr lIns="0" rIns="0" tIns="0" bIns="0" anchor="t">
            <a:noAutofit/>
          </a:bodyPr>
          <a:p>
            <a:pPr defTabSz="914400">
              <a:lnSpc>
                <a:spcPct val="100000"/>
              </a:lnSpc>
            </a:pPr>
            <a:endParaRPr b="0" lang="es-ES" sz="1800" spc="-1" strike="noStrike">
              <a:solidFill>
                <a:schemeClr val="dk1"/>
              </a:solidFill>
              <a:latin typeface="Calibri"/>
            </a:endParaRPr>
          </a:p>
        </p:txBody>
      </p:sp>
      <p:sp>
        <p:nvSpPr>
          <p:cNvPr id="1" name="PlaceHolder 1"/>
          <p:cNvSpPr>
            <a:spLocks noGrp="1"/>
          </p:cNvSpPr>
          <p:nvPr>
            <p:ph type="title"/>
          </p:nvPr>
        </p:nvSpPr>
        <p:spPr>
          <a:xfrm>
            <a:off x="3987000" y="1522080"/>
            <a:ext cx="2598480" cy="622080"/>
          </a:xfrm>
          <a:prstGeom prst="rect">
            <a:avLst/>
          </a:prstGeom>
          <a:noFill/>
          <a:ln w="0">
            <a:noFill/>
          </a:ln>
        </p:spPr>
        <p:txBody>
          <a:bodyPr lIns="0" rIns="0" tIns="0" bIns="0" anchor="ctr">
            <a:noAutofit/>
          </a:bodyPr>
          <a:p>
            <a:pPr indent="0">
              <a:buNone/>
            </a:pPr>
            <a:r>
              <a:rPr b="0" lang="es-ES" sz="1800" spc="-1" strike="noStrike">
                <a:solidFill>
                  <a:srgbClr val="000000"/>
                </a:solidFill>
                <a:latin typeface="Arial"/>
              </a:rPr>
              <a:t>Pulse para editar el </a:t>
            </a:r>
            <a:r>
              <a:rPr b="0" lang="es-ES" sz="1800" spc="-1" strike="noStrike">
                <a:solidFill>
                  <a:srgbClr val="000000"/>
                </a:solidFill>
                <a:latin typeface="Arial"/>
              </a:rPr>
              <a:t>formato del texto de título</a:t>
            </a:r>
            <a:endParaRPr b="0" lang="es-ES" sz="1800" spc="-1" strike="noStrike">
              <a:solidFill>
                <a:srgbClr val="000000"/>
              </a:solidFill>
              <a:latin typeface="Arial"/>
            </a:endParaRPr>
          </a:p>
        </p:txBody>
      </p:sp>
      <p:sp>
        <p:nvSpPr>
          <p:cNvPr id="2"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s-ES" sz="1800" spc="-1" strike="noStrike">
                <a:solidFill>
                  <a:srgbClr val="000000"/>
                </a:solidFill>
                <a:latin typeface="Arial"/>
              </a:rPr>
              <a:t>Pulse para editar el formato de texto del esquema</a:t>
            </a:r>
            <a:endParaRPr b="0" lang="es-E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s-ES" sz="1800" spc="-1" strike="noStrike">
                <a:solidFill>
                  <a:srgbClr val="000000"/>
                </a:solidFill>
                <a:latin typeface="Arial"/>
              </a:rPr>
              <a:t>Segundo nivel del esquema</a:t>
            </a:r>
            <a:endParaRPr b="0" lang="es-E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s-ES" sz="1800" spc="-1" strike="noStrike">
                <a:solidFill>
                  <a:srgbClr val="000000"/>
                </a:solidFill>
                <a:latin typeface="Arial"/>
              </a:rPr>
              <a:t>Tercer nivel del esquema</a:t>
            </a:r>
            <a:endParaRPr b="0" lang="es-E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s-ES" sz="1800" spc="-1" strike="noStrike">
                <a:solidFill>
                  <a:srgbClr val="000000"/>
                </a:solidFill>
                <a:latin typeface="Arial"/>
              </a:rPr>
              <a:t>Cuarto nivel del esquema</a:t>
            </a:r>
            <a:endParaRPr b="0" lang="es-E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s-ES" sz="1800" spc="-1" strike="noStrike">
                <a:solidFill>
                  <a:srgbClr val="000000"/>
                </a:solidFill>
                <a:latin typeface="Arial"/>
              </a:rPr>
              <a:t>Quinto nivel del esquema</a:t>
            </a:r>
            <a:endParaRPr b="0" lang="es-E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s-ES" sz="1800" spc="-1" strike="noStrike">
                <a:solidFill>
                  <a:srgbClr val="000000"/>
                </a:solidFill>
                <a:latin typeface="Arial"/>
              </a:rPr>
              <a:t>Sexto nivel del esquema</a:t>
            </a:r>
            <a:endParaRPr b="0" lang="es-E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s-ES" sz="1800" spc="-1" strike="noStrike">
                <a:solidFill>
                  <a:srgbClr val="000000"/>
                </a:solidFill>
                <a:latin typeface="Arial"/>
              </a:rPr>
              <a:t>Séptimo nivel del esquema</a:t>
            </a:r>
            <a:endParaRPr b="0" lang="es-ES" sz="1800" spc="-1" strike="noStrike">
              <a:solidFill>
                <a:srgbClr val="000000"/>
              </a:solidFill>
              <a:latin typeface="Arial"/>
            </a:endParaRPr>
          </a:p>
        </p:txBody>
      </p:sp>
      <p:sp>
        <p:nvSpPr>
          <p:cNvPr id="3" name="PlaceHolder 3"/>
          <p:cNvSpPr>
            <a:spLocks noGrp="1"/>
          </p:cNvSpPr>
          <p:nvPr>
            <p:ph type="ftr" idx="1"/>
          </p:nvPr>
        </p:nvSpPr>
        <p:spPr>
          <a:xfrm>
            <a:off x="5695920" y="6465240"/>
            <a:ext cx="1210320" cy="153000"/>
          </a:xfrm>
          <a:prstGeom prst="rect">
            <a:avLst/>
          </a:prstGeom>
          <a:noFill/>
          <a:ln w="0">
            <a:noFill/>
          </a:ln>
        </p:spPr>
        <p:txBody>
          <a:bodyPr lIns="0" rIns="0" tIns="0" bIns="0" anchor="t">
            <a:noAutofit/>
          </a:bodyPr>
          <a:lstStyle>
            <a:lvl1pPr marL="12600" indent="0" defTabSz="914400">
              <a:lnSpc>
                <a:spcPct val="100000"/>
              </a:lnSpc>
              <a:spcBef>
                <a:spcPts val="14"/>
              </a:spcBef>
              <a:buNone/>
              <a:tabLst>
                <a:tab algn="l" pos="0"/>
              </a:tabLst>
              <a:defRPr b="0" lang="es-ES" sz="900" spc="-7" strike="noStrike">
                <a:solidFill>
                  <a:srgbClr val="585858"/>
                </a:solidFill>
                <a:latin typeface="Arial"/>
              </a:defRPr>
            </a:lvl1pPr>
          </a:lstStyle>
          <a:p>
            <a:pPr marL="12600" indent="0" defTabSz="914400">
              <a:lnSpc>
                <a:spcPct val="100000"/>
              </a:lnSpc>
              <a:spcBef>
                <a:spcPts val="14"/>
              </a:spcBef>
              <a:buNone/>
              <a:tabLst>
                <a:tab algn="l" pos="0"/>
              </a:tabLst>
            </a:pPr>
            <a:r>
              <a:rPr b="0" lang="es-ES" sz="900" spc="-7" strike="noStrike">
                <a:solidFill>
                  <a:srgbClr val="585858"/>
                </a:solidFill>
                <a:latin typeface="Arial"/>
              </a:rPr>
              <a:t>&lt;pie de página&gt;</a:t>
            </a:r>
            <a:endParaRPr b="0" lang="es-ES" sz="900" spc="-1" strike="noStrike">
              <a:solidFill>
                <a:srgbClr val="000000"/>
              </a:solidFill>
              <a:latin typeface="Times New Roman"/>
            </a:endParaRPr>
          </a:p>
        </p:txBody>
      </p:sp>
      <p:sp>
        <p:nvSpPr>
          <p:cNvPr id="4" name="PlaceHolder 4"/>
          <p:cNvSpPr>
            <a:spLocks noGrp="1"/>
          </p:cNvSpPr>
          <p:nvPr>
            <p:ph type="sldNum" idx="2"/>
          </p:nvPr>
        </p:nvSpPr>
        <p:spPr>
          <a:xfrm>
            <a:off x="9311760" y="6378120"/>
            <a:ext cx="2803320" cy="342360"/>
          </a:xfrm>
          <a:prstGeom prst="rect">
            <a:avLst/>
          </a:prstGeom>
          <a:noFill/>
          <a:ln w="0">
            <a:noFill/>
          </a:ln>
        </p:spPr>
        <p:txBody>
          <a:bodyPr lIns="0" rIns="0" tIns="0" bIns="0" anchor="t">
            <a:noAutofit/>
          </a:bodyPr>
          <a:lstStyle>
            <a:lvl1pPr indent="0" algn="r" defTabSz="914400">
              <a:lnSpc>
                <a:spcPct val="100000"/>
              </a:lnSpc>
              <a:buNone/>
              <a:tabLst>
                <a:tab algn="l" pos="0"/>
              </a:tabLst>
              <a:defRPr b="0" lang="es-ES" sz="1800" spc="-1" strike="noStrike">
                <a:solidFill>
                  <a:schemeClr val="dk1">
                    <a:tint val="75000"/>
                  </a:schemeClr>
                </a:solidFill>
                <a:latin typeface="Calibri"/>
              </a:defRPr>
            </a:lvl1pPr>
          </a:lstStyle>
          <a:p>
            <a:pPr indent="0" algn="r" defTabSz="914400">
              <a:lnSpc>
                <a:spcPct val="100000"/>
              </a:lnSpc>
              <a:buNone/>
              <a:tabLst>
                <a:tab algn="l" pos="0"/>
              </a:tabLst>
            </a:pPr>
            <a:fld id="{C665D7D9-B691-4F9A-BE3D-38D8AF8C02A5}" type="slidenum">
              <a:rPr b="0" lang="es-ES" sz="1800" spc="-1" strike="noStrike">
                <a:solidFill>
                  <a:schemeClr val="dk1">
                    <a:tint val="75000"/>
                  </a:schemeClr>
                </a:solidFill>
                <a:latin typeface="Calibri"/>
              </a:rPr>
              <a:t>&lt;número&gt;</a:t>
            </a:fld>
            <a:endParaRPr b="0" lang="es-ES" sz="1800" spc="-1" strike="noStrike">
              <a:solidFill>
                <a:srgbClr val="000000"/>
              </a:solidFill>
              <a:latin typeface="Times New Roman"/>
            </a:endParaRPr>
          </a:p>
        </p:txBody>
      </p:sp>
      <p:sp>
        <p:nvSpPr>
          <p:cNvPr id="5" name="PlaceHolder 5"/>
          <p:cNvSpPr>
            <a:spLocks noGrp="1"/>
          </p:cNvSpPr>
          <p:nvPr>
            <p:ph type="dt" idx="3"/>
          </p:nvPr>
        </p:nvSpPr>
        <p:spPr>
          <a:xfrm>
            <a:off x="609480" y="6378120"/>
            <a:ext cx="2803320" cy="342360"/>
          </a:xfrm>
          <a:prstGeom prst="rect">
            <a:avLst/>
          </a:prstGeom>
          <a:noFill/>
          <a:ln w="0">
            <a:noFill/>
          </a:ln>
        </p:spPr>
        <p:txBody>
          <a:bodyPr lIns="0" rIns="0" tIns="0" bIns="0" anchor="t">
            <a:noAutofit/>
          </a:bodyPr>
          <a:lstStyle>
            <a:lvl1pPr indent="0">
              <a:buNone/>
              <a:defRPr b="0" lang="es-ES" sz="1400" spc="-1" strike="noStrike">
                <a:solidFill>
                  <a:srgbClr val="000000"/>
                </a:solidFill>
                <a:latin typeface="Times New Roman"/>
              </a:defRPr>
            </a:lvl1pPr>
          </a:lstStyle>
          <a:p>
            <a:pPr indent="0">
              <a:buNone/>
            </a:pPr>
            <a:r>
              <a:rPr b="0" lang="es-ES" sz="1400" spc="-1" strike="noStrike">
                <a:solidFill>
                  <a:srgbClr val="000000"/>
                </a:solidFill>
                <a:latin typeface="Times New Roman"/>
              </a:rPr>
              <a:t>&lt;fecha/hora&gt;</a:t>
            </a:r>
            <a:endParaRPr b="0" lang="es-E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8" name="bk object 16"/>
          <p:cNvSpPr/>
          <p:nvPr/>
        </p:nvSpPr>
        <p:spPr>
          <a:xfrm>
            <a:off x="891360" y="5283720"/>
            <a:ext cx="2623680" cy="1573560"/>
          </a:xfrm>
          <a:prstGeom prst="rect">
            <a:avLst/>
          </a:prstGeom>
          <a:blipFill rotWithShape="0">
            <a:blip r:embed="rId2"/>
            <a:srcRect/>
            <a:stretch/>
          </a:blipFill>
          <a:ln w="0">
            <a:noFill/>
          </a:ln>
        </p:spPr>
        <p:style>
          <a:lnRef idx="0"/>
          <a:fillRef idx="0"/>
          <a:effectRef idx="0"/>
          <a:fontRef idx="minor"/>
        </p:style>
        <p:txBody>
          <a:bodyPr lIns="0" rIns="0" tIns="0" bIns="0" anchor="t">
            <a:noAutofit/>
          </a:bodyPr>
          <a:p>
            <a:pPr defTabSz="914400">
              <a:lnSpc>
                <a:spcPct val="100000"/>
              </a:lnSpc>
            </a:pPr>
            <a:endParaRPr b="0" lang="es-ES" sz="1800" spc="-1" strike="noStrike">
              <a:solidFill>
                <a:schemeClr val="dk1"/>
              </a:solidFill>
              <a:latin typeface="Calibri"/>
            </a:endParaRPr>
          </a:p>
        </p:txBody>
      </p:sp>
      <p:sp>
        <p:nvSpPr>
          <p:cNvPr id="9" name="PlaceHolder 1"/>
          <p:cNvSpPr>
            <a:spLocks noGrp="1"/>
          </p:cNvSpPr>
          <p:nvPr>
            <p:ph type="title"/>
          </p:nvPr>
        </p:nvSpPr>
        <p:spPr>
          <a:xfrm>
            <a:off x="3987000" y="1522080"/>
            <a:ext cx="2598480" cy="622080"/>
          </a:xfrm>
          <a:prstGeom prst="rect">
            <a:avLst/>
          </a:prstGeom>
          <a:noFill/>
          <a:ln w="0">
            <a:noFill/>
          </a:ln>
        </p:spPr>
        <p:txBody>
          <a:bodyPr lIns="0" rIns="0" tIns="0" bIns="0" anchor="ctr">
            <a:noAutofit/>
          </a:bodyPr>
          <a:p>
            <a:pPr indent="0">
              <a:buNone/>
            </a:pPr>
            <a:r>
              <a:rPr b="0" lang="es-ES" sz="1800" spc="-1" strike="noStrike">
                <a:solidFill>
                  <a:srgbClr val="000000"/>
                </a:solidFill>
                <a:latin typeface="Arial"/>
              </a:rPr>
              <a:t>Pulse para editar </a:t>
            </a:r>
            <a:r>
              <a:rPr b="0" lang="es-ES" sz="1800" spc="-1" strike="noStrike">
                <a:solidFill>
                  <a:srgbClr val="000000"/>
                </a:solidFill>
                <a:latin typeface="Arial"/>
              </a:rPr>
              <a:t>el formato del </a:t>
            </a:r>
            <a:r>
              <a:rPr b="0" lang="es-ES" sz="1800" spc="-1" strike="noStrike">
                <a:solidFill>
                  <a:srgbClr val="000000"/>
                </a:solidFill>
                <a:latin typeface="Arial"/>
              </a:rPr>
              <a:t>texto de título</a:t>
            </a:r>
            <a:endParaRPr b="0" lang="es-ES" sz="1800" spc="-1" strike="noStrike">
              <a:solidFill>
                <a:srgbClr val="000000"/>
              </a:solidFill>
              <a:latin typeface="Arial"/>
            </a:endParaRPr>
          </a:p>
        </p:txBody>
      </p:sp>
      <p:sp>
        <p:nvSpPr>
          <p:cNvPr id="10"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s-ES" sz="1800" spc="-1" strike="noStrike">
                <a:solidFill>
                  <a:srgbClr val="000000"/>
                </a:solidFill>
                <a:latin typeface="Arial"/>
              </a:rPr>
              <a:t>Pulse para editar el formato de texto del esquema</a:t>
            </a:r>
            <a:endParaRPr b="0" lang="es-E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s-ES" sz="1800" spc="-1" strike="noStrike">
                <a:solidFill>
                  <a:srgbClr val="000000"/>
                </a:solidFill>
                <a:latin typeface="Arial"/>
              </a:rPr>
              <a:t>Segundo nivel del esquema</a:t>
            </a:r>
            <a:endParaRPr b="0" lang="es-E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s-ES" sz="1800" spc="-1" strike="noStrike">
                <a:solidFill>
                  <a:srgbClr val="000000"/>
                </a:solidFill>
                <a:latin typeface="Arial"/>
              </a:rPr>
              <a:t>Tercer nivel del esquema</a:t>
            </a:r>
            <a:endParaRPr b="0" lang="es-E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s-ES" sz="1800" spc="-1" strike="noStrike">
                <a:solidFill>
                  <a:srgbClr val="000000"/>
                </a:solidFill>
                <a:latin typeface="Arial"/>
              </a:rPr>
              <a:t>Cuarto nivel del esquema</a:t>
            </a:r>
            <a:endParaRPr b="0" lang="es-E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s-ES" sz="1800" spc="-1" strike="noStrike">
                <a:solidFill>
                  <a:srgbClr val="000000"/>
                </a:solidFill>
                <a:latin typeface="Arial"/>
              </a:rPr>
              <a:t>Quinto nivel del esquema</a:t>
            </a:r>
            <a:endParaRPr b="0" lang="es-E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s-ES" sz="1800" spc="-1" strike="noStrike">
                <a:solidFill>
                  <a:srgbClr val="000000"/>
                </a:solidFill>
                <a:latin typeface="Arial"/>
              </a:rPr>
              <a:t>Sexto nivel del esquema</a:t>
            </a:r>
            <a:endParaRPr b="0" lang="es-E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s-ES" sz="1800" spc="-1" strike="noStrike">
                <a:solidFill>
                  <a:srgbClr val="000000"/>
                </a:solidFill>
                <a:latin typeface="Arial"/>
              </a:rPr>
              <a:t>Séptimo nivel del esquema</a:t>
            </a:r>
            <a:endParaRPr b="0" lang="es-ES" sz="1800" spc="-1" strike="noStrike">
              <a:solidFill>
                <a:srgbClr val="000000"/>
              </a:solidFill>
              <a:latin typeface="Arial"/>
            </a:endParaRPr>
          </a:p>
        </p:txBody>
      </p:sp>
      <p:sp>
        <p:nvSpPr>
          <p:cNvPr id="11" name="PlaceHolder 3"/>
          <p:cNvSpPr>
            <a:spLocks noGrp="1"/>
          </p:cNvSpPr>
          <p:nvPr>
            <p:ph type="ftr" idx="4"/>
          </p:nvPr>
        </p:nvSpPr>
        <p:spPr>
          <a:xfrm>
            <a:off x="609480" y="6456960"/>
            <a:ext cx="2742480" cy="183960"/>
          </a:xfrm>
          <a:prstGeom prst="rect">
            <a:avLst/>
          </a:prstGeom>
          <a:noFill/>
          <a:ln w="0">
            <a:noFill/>
          </a:ln>
        </p:spPr>
        <p:txBody>
          <a:bodyPr lIns="0" rIns="0" tIns="0" bIns="0" anchor="ctr">
            <a:noAutofit/>
          </a:bodyPr>
          <a:lstStyle>
            <a:lvl1pPr marL="12600" indent="0" defTabSz="914400">
              <a:lnSpc>
                <a:spcPct val="100000"/>
              </a:lnSpc>
              <a:spcBef>
                <a:spcPts val="14"/>
              </a:spcBef>
              <a:buNone/>
              <a:tabLst>
                <a:tab algn="l" pos="0"/>
              </a:tabLst>
              <a:defRPr b="0" lang="es-ES" sz="1200" spc="-7" strike="noStrike">
                <a:solidFill>
                  <a:srgbClr val="585858"/>
                </a:solidFill>
                <a:latin typeface="Arial"/>
              </a:defRPr>
            </a:lvl1pPr>
          </a:lstStyle>
          <a:p>
            <a:pPr marL="12600" indent="0" defTabSz="914400">
              <a:lnSpc>
                <a:spcPct val="100000"/>
              </a:lnSpc>
              <a:spcBef>
                <a:spcPts val="14"/>
              </a:spcBef>
              <a:buNone/>
              <a:tabLst>
                <a:tab algn="l" pos="0"/>
              </a:tabLst>
            </a:pPr>
            <a:r>
              <a:rPr b="0" lang="es-ES" sz="1200" spc="-7" strike="noStrike">
                <a:solidFill>
                  <a:srgbClr val="585858"/>
                </a:solidFill>
                <a:latin typeface="Arial"/>
              </a:rPr>
              <a:t>&lt;pie de página&gt;</a:t>
            </a:r>
            <a:endParaRPr b="0" lang="es-ES" sz="1200" spc="-1" strike="noStrike">
              <a:solidFill>
                <a:srgbClr val="000000"/>
              </a:solidFill>
              <a:latin typeface="Times New Roman"/>
            </a:endParaRPr>
          </a:p>
        </p:txBody>
      </p:sp>
      <p:sp>
        <p:nvSpPr>
          <p:cNvPr id="12" name="PlaceHolder 4"/>
          <p:cNvSpPr>
            <a:spLocks noGrp="1"/>
          </p:cNvSpPr>
          <p:nvPr>
            <p:ph type="sldNum" idx="5"/>
          </p:nvPr>
        </p:nvSpPr>
        <p:spPr>
          <a:xfrm>
            <a:off x="9311760" y="6378120"/>
            <a:ext cx="2803320" cy="342360"/>
          </a:xfrm>
          <a:prstGeom prst="rect">
            <a:avLst/>
          </a:prstGeom>
          <a:noFill/>
          <a:ln w="0">
            <a:noFill/>
          </a:ln>
        </p:spPr>
        <p:txBody>
          <a:bodyPr lIns="0" rIns="0" tIns="0" bIns="0" anchor="t">
            <a:noAutofit/>
          </a:bodyPr>
          <a:lstStyle>
            <a:lvl1pPr indent="0" algn="r" defTabSz="914400">
              <a:lnSpc>
                <a:spcPct val="100000"/>
              </a:lnSpc>
              <a:buNone/>
              <a:tabLst>
                <a:tab algn="l" pos="0"/>
              </a:tabLst>
              <a:defRPr b="0" lang="es-ES" sz="1800" spc="-1" strike="noStrike">
                <a:solidFill>
                  <a:schemeClr val="dk1">
                    <a:tint val="75000"/>
                  </a:schemeClr>
                </a:solidFill>
                <a:latin typeface="Calibri"/>
              </a:defRPr>
            </a:lvl1pPr>
          </a:lstStyle>
          <a:p>
            <a:pPr indent="0" algn="r" defTabSz="914400">
              <a:lnSpc>
                <a:spcPct val="100000"/>
              </a:lnSpc>
              <a:buNone/>
              <a:tabLst>
                <a:tab algn="l" pos="0"/>
              </a:tabLst>
            </a:pPr>
            <a:fld id="{778A96A7-44EF-41A3-A845-049338CA2469}" type="slidenum">
              <a:rPr b="0" lang="es-ES" sz="1800" spc="-1" strike="noStrike">
                <a:solidFill>
                  <a:schemeClr val="dk1">
                    <a:tint val="75000"/>
                  </a:schemeClr>
                </a:solidFill>
                <a:latin typeface="Calibri"/>
              </a:rPr>
              <a:t>&lt;número&gt;</a:t>
            </a:fld>
            <a:endParaRPr b="0" lang="es-ES" sz="1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15" name="bk object 16"/>
          <p:cNvSpPr/>
          <p:nvPr/>
        </p:nvSpPr>
        <p:spPr>
          <a:xfrm>
            <a:off x="891360" y="5283720"/>
            <a:ext cx="2623680" cy="1573560"/>
          </a:xfrm>
          <a:prstGeom prst="rect">
            <a:avLst/>
          </a:prstGeom>
          <a:blipFill rotWithShape="0">
            <a:blip r:embed="rId2"/>
            <a:srcRect/>
            <a:stretch/>
          </a:blipFill>
          <a:ln w="0">
            <a:noFill/>
          </a:ln>
        </p:spPr>
        <p:style>
          <a:lnRef idx="0"/>
          <a:fillRef idx="0"/>
          <a:effectRef idx="0"/>
          <a:fontRef idx="minor"/>
        </p:style>
        <p:txBody>
          <a:bodyPr lIns="0" rIns="0" tIns="0" bIns="0" anchor="t">
            <a:noAutofit/>
          </a:bodyPr>
          <a:p>
            <a:pPr defTabSz="914400">
              <a:lnSpc>
                <a:spcPct val="100000"/>
              </a:lnSpc>
            </a:pPr>
            <a:endParaRPr b="0" lang="es-ES" sz="1800" spc="-1" strike="noStrike">
              <a:solidFill>
                <a:schemeClr val="dk1"/>
              </a:solidFill>
              <a:latin typeface="Calibri"/>
            </a:endParaRPr>
          </a:p>
        </p:txBody>
      </p:sp>
      <p:sp>
        <p:nvSpPr>
          <p:cNvPr id="16" name="PlaceHolder 1"/>
          <p:cNvSpPr>
            <a:spLocks noGrp="1"/>
          </p:cNvSpPr>
          <p:nvPr>
            <p:ph type="title"/>
          </p:nvPr>
        </p:nvSpPr>
        <p:spPr>
          <a:xfrm>
            <a:off x="3987000" y="1522080"/>
            <a:ext cx="2598480" cy="622080"/>
          </a:xfrm>
          <a:prstGeom prst="rect">
            <a:avLst/>
          </a:prstGeom>
          <a:noFill/>
          <a:ln w="0">
            <a:noFill/>
          </a:ln>
        </p:spPr>
        <p:txBody>
          <a:bodyPr lIns="0" rIns="0" tIns="0" bIns="0" anchor="ctr">
            <a:noAutofit/>
          </a:bodyPr>
          <a:p>
            <a:pPr indent="0">
              <a:buNone/>
            </a:pPr>
            <a:r>
              <a:rPr b="0" lang="es-ES" sz="1800" spc="-1" strike="noStrike">
                <a:solidFill>
                  <a:srgbClr val="000000"/>
                </a:solidFill>
                <a:latin typeface="Arial"/>
              </a:rPr>
              <a:t>Pulse para editar el </a:t>
            </a:r>
            <a:r>
              <a:rPr b="0" lang="es-ES" sz="1800" spc="-1" strike="noStrike">
                <a:solidFill>
                  <a:srgbClr val="000000"/>
                </a:solidFill>
                <a:latin typeface="Arial"/>
              </a:rPr>
              <a:t>formato del texto de título</a:t>
            </a:r>
            <a:endParaRPr b="0" lang="es-ES" sz="1800" spc="-1" strike="noStrike">
              <a:solidFill>
                <a:srgbClr val="000000"/>
              </a:solidFill>
              <a:latin typeface="Arial"/>
            </a:endParaRPr>
          </a:p>
        </p:txBody>
      </p:sp>
      <p:sp>
        <p:nvSpPr>
          <p:cNvPr id="17"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s-ES" sz="1800" spc="-1" strike="noStrike">
                <a:solidFill>
                  <a:srgbClr val="000000"/>
                </a:solidFill>
                <a:latin typeface="Arial"/>
              </a:rPr>
              <a:t>Pulse para editar el formato de texto del esquema</a:t>
            </a:r>
            <a:endParaRPr b="0" lang="es-E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s-ES" sz="1800" spc="-1" strike="noStrike">
                <a:solidFill>
                  <a:srgbClr val="000000"/>
                </a:solidFill>
                <a:latin typeface="Arial"/>
              </a:rPr>
              <a:t>Segundo nivel del esquema</a:t>
            </a:r>
            <a:endParaRPr b="0" lang="es-E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s-ES" sz="1800" spc="-1" strike="noStrike">
                <a:solidFill>
                  <a:srgbClr val="000000"/>
                </a:solidFill>
                <a:latin typeface="Arial"/>
              </a:rPr>
              <a:t>Tercer nivel del esquema</a:t>
            </a:r>
            <a:endParaRPr b="0" lang="es-E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s-ES" sz="1800" spc="-1" strike="noStrike">
                <a:solidFill>
                  <a:srgbClr val="000000"/>
                </a:solidFill>
                <a:latin typeface="Arial"/>
              </a:rPr>
              <a:t>Cuarto nivel del esquema</a:t>
            </a:r>
            <a:endParaRPr b="0" lang="es-E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s-ES" sz="1800" spc="-1" strike="noStrike">
                <a:solidFill>
                  <a:srgbClr val="000000"/>
                </a:solidFill>
                <a:latin typeface="Arial"/>
              </a:rPr>
              <a:t>Quinto nivel del esquema</a:t>
            </a:r>
            <a:endParaRPr b="0" lang="es-E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s-ES" sz="1800" spc="-1" strike="noStrike">
                <a:solidFill>
                  <a:srgbClr val="000000"/>
                </a:solidFill>
                <a:latin typeface="Arial"/>
              </a:rPr>
              <a:t>Sexto nivel del esquema</a:t>
            </a:r>
            <a:endParaRPr b="0" lang="es-E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s-ES" sz="1800" spc="-1" strike="noStrike">
                <a:solidFill>
                  <a:srgbClr val="000000"/>
                </a:solidFill>
                <a:latin typeface="Arial"/>
              </a:rPr>
              <a:t>Séptimo nivel del esquema</a:t>
            </a:r>
            <a:endParaRPr b="0" lang="es-ES" sz="1800" spc="-1" strike="noStrike">
              <a:solidFill>
                <a:srgbClr val="000000"/>
              </a:solidFill>
              <a:latin typeface="Arial"/>
            </a:endParaRPr>
          </a:p>
        </p:txBody>
      </p:sp>
      <p:sp>
        <p:nvSpPr>
          <p:cNvPr id="18" name="PlaceHolder 3"/>
          <p:cNvSpPr>
            <a:spLocks noGrp="1"/>
          </p:cNvSpPr>
          <p:nvPr>
            <p:ph type="ftr" idx="6"/>
          </p:nvPr>
        </p:nvSpPr>
        <p:spPr>
          <a:xfrm>
            <a:off x="5695920" y="6465240"/>
            <a:ext cx="1210320" cy="153000"/>
          </a:xfrm>
          <a:prstGeom prst="rect">
            <a:avLst/>
          </a:prstGeom>
          <a:noFill/>
          <a:ln w="0">
            <a:noFill/>
          </a:ln>
        </p:spPr>
        <p:txBody>
          <a:bodyPr lIns="0" rIns="0" tIns="0" bIns="0" anchor="t">
            <a:noAutofit/>
          </a:bodyPr>
          <a:lstStyle>
            <a:lvl1pPr marL="12600" indent="0" defTabSz="914400">
              <a:lnSpc>
                <a:spcPct val="100000"/>
              </a:lnSpc>
              <a:spcBef>
                <a:spcPts val="14"/>
              </a:spcBef>
              <a:buNone/>
              <a:tabLst>
                <a:tab algn="l" pos="0"/>
              </a:tabLst>
              <a:defRPr b="0" lang="es-ES" sz="900" spc="-7" strike="noStrike">
                <a:solidFill>
                  <a:srgbClr val="585858"/>
                </a:solidFill>
                <a:latin typeface="Arial"/>
              </a:defRPr>
            </a:lvl1pPr>
          </a:lstStyle>
          <a:p>
            <a:pPr marL="12600" indent="0" defTabSz="914400">
              <a:lnSpc>
                <a:spcPct val="100000"/>
              </a:lnSpc>
              <a:spcBef>
                <a:spcPts val="14"/>
              </a:spcBef>
              <a:buNone/>
              <a:tabLst>
                <a:tab algn="l" pos="0"/>
              </a:tabLst>
            </a:pPr>
            <a:r>
              <a:rPr b="0" lang="es-ES" sz="900" spc="-7" strike="noStrike">
                <a:solidFill>
                  <a:srgbClr val="585858"/>
                </a:solidFill>
                <a:latin typeface="Arial"/>
              </a:rPr>
              <a:t>&lt;pie de página&gt;</a:t>
            </a:r>
            <a:endParaRPr b="0" lang="es-ES" sz="900" spc="-1" strike="noStrike">
              <a:solidFill>
                <a:srgbClr val="000000"/>
              </a:solidFill>
              <a:latin typeface="Times New Roman"/>
            </a:endParaRPr>
          </a:p>
        </p:txBody>
      </p:sp>
      <p:sp>
        <p:nvSpPr>
          <p:cNvPr id="19" name="PlaceHolder 4"/>
          <p:cNvSpPr>
            <a:spLocks noGrp="1"/>
          </p:cNvSpPr>
          <p:nvPr>
            <p:ph type="sldNum" idx="7"/>
          </p:nvPr>
        </p:nvSpPr>
        <p:spPr>
          <a:xfrm>
            <a:off x="9311760" y="6378120"/>
            <a:ext cx="2803320" cy="342360"/>
          </a:xfrm>
          <a:prstGeom prst="rect">
            <a:avLst/>
          </a:prstGeom>
          <a:noFill/>
          <a:ln w="0">
            <a:noFill/>
          </a:ln>
        </p:spPr>
        <p:txBody>
          <a:bodyPr lIns="0" rIns="0" tIns="0" bIns="0" anchor="t">
            <a:noAutofit/>
          </a:bodyPr>
          <a:lstStyle>
            <a:lvl1pPr indent="0" algn="r" defTabSz="914400">
              <a:lnSpc>
                <a:spcPct val="100000"/>
              </a:lnSpc>
              <a:buNone/>
              <a:tabLst>
                <a:tab algn="l" pos="0"/>
              </a:tabLst>
              <a:defRPr b="0" lang="es-ES" sz="1800" spc="-1" strike="noStrike">
                <a:solidFill>
                  <a:schemeClr val="dk1">
                    <a:tint val="75000"/>
                  </a:schemeClr>
                </a:solidFill>
                <a:latin typeface="Calibri"/>
              </a:defRPr>
            </a:lvl1pPr>
          </a:lstStyle>
          <a:p>
            <a:pPr indent="0" algn="r" defTabSz="914400">
              <a:lnSpc>
                <a:spcPct val="100000"/>
              </a:lnSpc>
              <a:buNone/>
              <a:tabLst>
                <a:tab algn="l" pos="0"/>
              </a:tabLst>
            </a:pPr>
            <a:fld id="{98B778DC-4260-4C3C-A3DA-1FDE1C88F422}" type="slidenum">
              <a:rPr b="0" lang="es-ES" sz="1800" spc="-1" strike="noStrike">
                <a:solidFill>
                  <a:schemeClr val="dk1">
                    <a:tint val="75000"/>
                  </a:schemeClr>
                </a:solidFill>
                <a:latin typeface="Calibri"/>
              </a:rPr>
              <a:t>&lt;número&gt;</a:t>
            </a:fld>
            <a:endParaRPr b="0" lang="es-ES" sz="1800" spc="-1" strike="noStrike">
              <a:solidFill>
                <a:srgbClr val="000000"/>
              </a:solidFill>
              <a:latin typeface="Times New Roman"/>
            </a:endParaRPr>
          </a:p>
        </p:txBody>
      </p:sp>
      <p:sp>
        <p:nvSpPr>
          <p:cNvPr id="20" name="PlaceHolder 5"/>
          <p:cNvSpPr>
            <a:spLocks noGrp="1"/>
          </p:cNvSpPr>
          <p:nvPr>
            <p:ph type="dt" idx="8"/>
          </p:nvPr>
        </p:nvSpPr>
        <p:spPr>
          <a:xfrm>
            <a:off x="609480" y="6378120"/>
            <a:ext cx="2803320" cy="342360"/>
          </a:xfrm>
          <a:prstGeom prst="rect">
            <a:avLst/>
          </a:prstGeom>
          <a:noFill/>
          <a:ln w="0">
            <a:noFill/>
          </a:ln>
        </p:spPr>
        <p:txBody>
          <a:bodyPr lIns="0" rIns="0" tIns="0" bIns="0" anchor="t">
            <a:noAutofit/>
          </a:bodyPr>
          <a:lstStyle>
            <a:lvl1pPr indent="0">
              <a:buNone/>
              <a:defRPr b="0" lang="es-ES" sz="1400" spc="-1" strike="noStrike">
                <a:solidFill>
                  <a:srgbClr val="000000"/>
                </a:solidFill>
                <a:latin typeface="Times New Roman"/>
              </a:defRPr>
            </a:lvl1pPr>
          </a:lstStyle>
          <a:p>
            <a:pPr indent="0">
              <a:buNone/>
            </a:pPr>
            <a:r>
              <a:rPr b="0" lang="es-ES" sz="1400" spc="-1" strike="noStrike">
                <a:solidFill>
                  <a:srgbClr val="000000"/>
                </a:solidFill>
                <a:latin typeface="Times New Roman"/>
              </a:rPr>
              <a:t>&lt;fecha/hora&gt;</a:t>
            </a:r>
            <a:endParaRPr b="0" lang="es-E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3"/>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23" name="bk object 16" hidden="1"/>
          <p:cNvSpPr/>
          <p:nvPr/>
        </p:nvSpPr>
        <p:spPr>
          <a:xfrm>
            <a:off x="891360" y="5283720"/>
            <a:ext cx="2623680" cy="1573560"/>
          </a:xfrm>
          <a:prstGeom prst="rect">
            <a:avLst/>
          </a:prstGeom>
          <a:blipFill rotWithShape="0">
            <a:blip r:embed="rId2"/>
            <a:srcRect/>
            <a:stretch/>
          </a:blipFill>
          <a:ln w="0">
            <a:noFill/>
          </a:ln>
        </p:spPr>
        <p:style>
          <a:lnRef idx="0"/>
          <a:fillRef idx="0"/>
          <a:effectRef idx="0"/>
          <a:fontRef idx="minor"/>
        </p:style>
        <p:txBody>
          <a:bodyPr lIns="0" rIns="0" tIns="0" bIns="0" anchor="t">
            <a:noAutofit/>
          </a:bodyPr>
          <a:p>
            <a:pPr defTabSz="914400">
              <a:lnSpc>
                <a:spcPct val="100000"/>
              </a:lnSpc>
            </a:pPr>
            <a:endParaRPr b="0" lang="es-ES" sz="1800" spc="-1" strike="noStrike">
              <a:solidFill>
                <a:schemeClr val="dk1"/>
              </a:solidFill>
              <a:latin typeface="Calibri"/>
            </a:endParaRPr>
          </a:p>
        </p:txBody>
      </p:sp>
      <p:sp>
        <p:nvSpPr>
          <p:cNvPr id="24" name="bk object 16"/>
          <p:cNvSpPr/>
          <p:nvPr/>
        </p:nvSpPr>
        <p:spPr>
          <a:xfrm>
            <a:off x="0" y="2636640"/>
            <a:ext cx="3943800" cy="1584360"/>
          </a:xfrm>
          <a:custGeom>
            <a:avLst/>
            <a:gdLst>
              <a:gd name="textAreaLeft" fmla="*/ 0 w 3943800"/>
              <a:gd name="textAreaRight" fmla="*/ 3944520 w 3943800"/>
              <a:gd name="textAreaTop" fmla="*/ 0 h 1584360"/>
              <a:gd name="textAreaBottom" fmla="*/ 1585080 h 1584360"/>
            </a:gdLst>
            <a:ahLst/>
            <a:rect l="textAreaLeft" t="textAreaTop" r="textAreaRight" b="textAreaBottom"/>
            <a:pathLst>
              <a:path w="3944620" h="1584960">
                <a:moveTo>
                  <a:pt x="0" y="1584959"/>
                </a:moveTo>
                <a:lnTo>
                  <a:pt x="3944112" y="1584959"/>
                </a:lnTo>
                <a:lnTo>
                  <a:pt x="3944112" y="0"/>
                </a:lnTo>
                <a:lnTo>
                  <a:pt x="0" y="0"/>
                </a:lnTo>
                <a:lnTo>
                  <a:pt x="0" y="1584959"/>
                </a:lnTo>
                <a:close/>
              </a:path>
            </a:pathLst>
          </a:custGeom>
          <a:solidFill>
            <a:srgbClr val="000000"/>
          </a:solidFill>
          <a:ln w="0">
            <a:noFill/>
          </a:ln>
        </p:spPr>
        <p:style>
          <a:lnRef idx="0"/>
          <a:fillRef idx="0"/>
          <a:effectRef idx="0"/>
          <a:fontRef idx="minor"/>
        </p:style>
        <p:txBody>
          <a:bodyPr lIns="0" rIns="0" tIns="0" bIns="0" anchor="t">
            <a:noAutofit/>
          </a:bodyPr>
          <a:p>
            <a:pPr defTabSz="914400">
              <a:lnSpc>
                <a:spcPct val="100000"/>
              </a:lnSpc>
            </a:pPr>
            <a:endParaRPr b="0" lang="es-ES" sz="1800" spc="-1" strike="noStrike">
              <a:solidFill>
                <a:schemeClr val="dk1"/>
              </a:solidFill>
              <a:latin typeface="Calibri"/>
            </a:endParaRPr>
          </a:p>
        </p:txBody>
      </p:sp>
      <p:sp>
        <p:nvSpPr>
          <p:cNvPr id="25" name="bk object 17"/>
          <p:cNvSpPr/>
          <p:nvPr/>
        </p:nvSpPr>
        <p:spPr>
          <a:xfrm>
            <a:off x="771120" y="2952000"/>
            <a:ext cx="2402640" cy="953280"/>
          </a:xfrm>
          <a:prstGeom prst="rect">
            <a:avLst/>
          </a:prstGeom>
          <a:blipFill rotWithShape="0">
            <a:blip r:embed="rId3"/>
            <a:srcRect/>
            <a:stretch/>
          </a:blipFill>
          <a:ln w="0">
            <a:noFill/>
          </a:ln>
        </p:spPr>
        <p:style>
          <a:lnRef idx="0"/>
          <a:fillRef idx="0"/>
          <a:effectRef idx="0"/>
          <a:fontRef idx="minor"/>
        </p:style>
        <p:txBody>
          <a:bodyPr lIns="0" rIns="0" tIns="0" bIns="0" anchor="t">
            <a:noAutofit/>
          </a:bodyPr>
          <a:p>
            <a:pPr defTabSz="914400">
              <a:lnSpc>
                <a:spcPct val="100000"/>
              </a:lnSpc>
            </a:pPr>
            <a:endParaRPr b="0" lang="es-ES" sz="1800" spc="-1" strike="noStrike">
              <a:solidFill>
                <a:schemeClr val="dk1"/>
              </a:solidFill>
              <a:latin typeface="Calibri"/>
            </a:endParaRPr>
          </a:p>
        </p:txBody>
      </p:sp>
      <p:pic>
        <p:nvPicPr>
          <p:cNvPr id="26" name="Gráfico 5" descr=""/>
          <p:cNvPicPr/>
          <p:nvPr/>
        </p:nvPicPr>
        <p:blipFill>
          <a:blip r:embed="rId4">
            <a:extLst>
              <a:ext uri="{96DAC541-7B7A-43D3-8B79-37D633B846F1}">
                <asvg:svgBlip xmlns:asvg="http://schemas.microsoft.com/office/drawing/2016/SVG/main" r:embed="rId5"/>
              </a:ext>
            </a:extLst>
          </a:blip>
          <a:stretch/>
        </p:blipFill>
        <p:spPr>
          <a:xfrm>
            <a:off x="2891160" y="6357600"/>
            <a:ext cx="6408720" cy="362520"/>
          </a:xfrm>
          <a:prstGeom prst="rect">
            <a:avLst/>
          </a:prstGeom>
          <a:ln w="0">
            <a:noFill/>
          </a:ln>
        </p:spPr>
      </p:pic>
      <p:sp>
        <p:nvSpPr>
          <p:cNvPr id="27" name="PlaceHolder 1"/>
          <p:cNvSpPr>
            <a:spLocks noGrp="1"/>
          </p:cNvSpPr>
          <p:nvPr>
            <p:ph type="title"/>
          </p:nvPr>
        </p:nvSpPr>
        <p:spPr>
          <a:xfrm>
            <a:off x="3987000" y="1522080"/>
            <a:ext cx="2598480" cy="622080"/>
          </a:xfrm>
          <a:prstGeom prst="rect">
            <a:avLst/>
          </a:prstGeom>
          <a:noFill/>
          <a:ln w="0">
            <a:noFill/>
          </a:ln>
        </p:spPr>
        <p:txBody>
          <a:bodyPr lIns="0" rIns="0" tIns="0" bIns="0" anchor="ctr">
            <a:noAutofit/>
          </a:bodyPr>
          <a:p>
            <a:pPr indent="0">
              <a:buNone/>
            </a:pPr>
            <a:r>
              <a:rPr b="0" lang="es-ES" sz="1800" spc="-1" strike="noStrike">
                <a:solidFill>
                  <a:srgbClr val="000000"/>
                </a:solidFill>
                <a:latin typeface="Arial"/>
              </a:rPr>
              <a:t>Pulse para editar el formato del texto de título</a:t>
            </a:r>
            <a:endParaRPr b="0" lang="es-ES" sz="1800" spc="-1" strike="noStrike">
              <a:solidFill>
                <a:srgbClr val="000000"/>
              </a:solidFill>
              <a:latin typeface="Arial"/>
            </a:endParaRPr>
          </a:p>
        </p:txBody>
      </p:sp>
      <p:sp>
        <p:nvSpPr>
          <p:cNvPr id="28"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s-ES" sz="1800" spc="-1" strike="noStrike">
                <a:solidFill>
                  <a:srgbClr val="000000"/>
                </a:solidFill>
                <a:latin typeface="Arial"/>
              </a:rPr>
              <a:t>Pulse para editar el formato de texto del esquema</a:t>
            </a:r>
            <a:endParaRPr b="0" lang="es-E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s-ES" sz="1800" spc="-1" strike="noStrike">
                <a:solidFill>
                  <a:srgbClr val="000000"/>
                </a:solidFill>
                <a:latin typeface="Arial"/>
              </a:rPr>
              <a:t>Segundo nivel del esquema</a:t>
            </a:r>
            <a:endParaRPr b="0" lang="es-E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s-ES" sz="1800" spc="-1" strike="noStrike">
                <a:solidFill>
                  <a:srgbClr val="000000"/>
                </a:solidFill>
                <a:latin typeface="Arial"/>
              </a:rPr>
              <a:t>Tercer nivel del esquema</a:t>
            </a:r>
            <a:endParaRPr b="0" lang="es-E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s-ES" sz="1800" spc="-1" strike="noStrike">
                <a:solidFill>
                  <a:srgbClr val="000000"/>
                </a:solidFill>
                <a:latin typeface="Arial"/>
              </a:rPr>
              <a:t>Cuarto nivel del esquema</a:t>
            </a:r>
            <a:endParaRPr b="0" lang="es-E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s-ES" sz="1800" spc="-1" strike="noStrike">
                <a:solidFill>
                  <a:srgbClr val="000000"/>
                </a:solidFill>
                <a:latin typeface="Arial"/>
              </a:rPr>
              <a:t>Quinto nivel del esquema</a:t>
            </a:r>
            <a:endParaRPr b="0" lang="es-E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s-ES" sz="1800" spc="-1" strike="noStrike">
                <a:solidFill>
                  <a:srgbClr val="000000"/>
                </a:solidFill>
                <a:latin typeface="Arial"/>
              </a:rPr>
              <a:t>Sexto nivel del esquema</a:t>
            </a:r>
            <a:endParaRPr b="0" lang="es-E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s-ES" sz="1800" spc="-1" strike="noStrike">
                <a:solidFill>
                  <a:srgbClr val="000000"/>
                </a:solidFill>
                <a:latin typeface="Arial"/>
              </a:rPr>
              <a:t>Séptimo nivel del esquema</a:t>
            </a:r>
            <a:endParaRPr b="0" lang="es-ES" sz="1800" spc="-1" strike="noStrike">
              <a:solidFill>
                <a:srgbClr val="000000"/>
              </a:solidFill>
              <a:latin typeface="Arial"/>
            </a:endParaRPr>
          </a:p>
        </p:txBody>
      </p:sp>
      <p:sp>
        <p:nvSpPr>
          <p:cNvPr id="29" name="PlaceHolder 3"/>
          <p:cNvSpPr>
            <a:spLocks noGrp="1"/>
          </p:cNvSpPr>
          <p:nvPr>
            <p:ph type="sldNum" idx="9"/>
          </p:nvPr>
        </p:nvSpPr>
        <p:spPr>
          <a:xfrm>
            <a:off x="9296280" y="6378120"/>
            <a:ext cx="2803320" cy="342360"/>
          </a:xfrm>
          <a:prstGeom prst="rect">
            <a:avLst/>
          </a:prstGeom>
          <a:noFill/>
          <a:ln w="0">
            <a:noFill/>
          </a:ln>
        </p:spPr>
        <p:txBody>
          <a:bodyPr lIns="0" rIns="0" tIns="0" bIns="0" anchor="t">
            <a:noAutofit/>
          </a:bodyPr>
          <a:lstStyle>
            <a:lvl1pPr indent="0" algn="r" defTabSz="914400">
              <a:lnSpc>
                <a:spcPct val="100000"/>
              </a:lnSpc>
              <a:buNone/>
              <a:tabLst>
                <a:tab algn="l" pos="0"/>
              </a:tabLst>
              <a:defRPr b="0" lang="es-ES" sz="1800" spc="-1" strike="noStrike">
                <a:solidFill>
                  <a:schemeClr val="dk1">
                    <a:tint val="75000"/>
                  </a:schemeClr>
                </a:solidFill>
                <a:latin typeface="Calibri"/>
              </a:defRPr>
            </a:lvl1pPr>
          </a:lstStyle>
          <a:p>
            <a:pPr indent="0" algn="r" defTabSz="914400">
              <a:lnSpc>
                <a:spcPct val="100000"/>
              </a:lnSpc>
              <a:buNone/>
              <a:tabLst>
                <a:tab algn="l" pos="0"/>
              </a:tabLst>
            </a:pPr>
            <a:fld id="{1F1B66D8-FBB5-43B4-BFEA-44833DF8E168}" type="slidenum">
              <a:rPr b="0" lang="es-ES" sz="1800" spc="-1" strike="noStrike">
                <a:solidFill>
                  <a:schemeClr val="dk1">
                    <a:tint val="75000"/>
                  </a:schemeClr>
                </a:solidFill>
                <a:latin typeface="Calibri"/>
              </a:rPr>
              <a:t>&lt;número&gt;</a:t>
            </a:fld>
            <a:endParaRPr b="0" lang="es-ES" sz="1800" spc="-1" strike="noStrike">
              <a:solidFill>
                <a:srgbClr val="000000"/>
              </a:solidFill>
              <a:latin typeface="Times New Roman"/>
            </a:endParaRPr>
          </a:p>
        </p:txBody>
      </p:sp>
      <p:sp>
        <p:nvSpPr>
          <p:cNvPr id="30" name="PlaceHolder 4"/>
          <p:cNvSpPr>
            <a:spLocks noGrp="1"/>
          </p:cNvSpPr>
          <p:nvPr>
            <p:ph type="dt" idx="10"/>
          </p:nvPr>
        </p:nvSpPr>
        <p:spPr>
          <a:xfrm>
            <a:off x="609480" y="6378120"/>
            <a:ext cx="2803320" cy="342360"/>
          </a:xfrm>
          <a:prstGeom prst="rect">
            <a:avLst/>
          </a:prstGeom>
          <a:noFill/>
          <a:ln w="0">
            <a:noFill/>
          </a:ln>
        </p:spPr>
        <p:txBody>
          <a:bodyPr lIns="0" rIns="0" tIns="0" bIns="0" anchor="t">
            <a:noAutofit/>
          </a:bodyPr>
          <a:lstStyle>
            <a:lvl1pPr indent="0">
              <a:buNone/>
              <a:defRPr b="0" lang="es-ES" sz="1400" spc="-1" strike="noStrike">
                <a:solidFill>
                  <a:srgbClr val="000000"/>
                </a:solidFill>
                <a:latin typeface="Times New Roman"/>
              </a:defRPr>
            </a:lvl1pPr>
          </a:lstStyle>
          <a:p>
            <a:pPr indent="0">
              <a:buNone/>
            </a:pPr>
            <a:r>
              <a:rPr b="0" lang="es-ES" sz="1400" spc="-1" strike="noStrike">
                <a:solidFill>
                  <a:srgbClr val="000000"/>
                </a:solidFill>
                <a:latin typeface="Times New Roman"/>
              </a:rPr>
              <a:t>&lt;fecha/hora&gt;</a:t>
            </a:r>
            <a:endParaRPr b="0" lang="es-E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6"/>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33" name="bk object 16" hidden="1"/>
          <p:cNvSpPr/>
          <p:nvPr/>
        </p:nvSpPr>
        <p:spPr>
          <a:xfrm>
            <a:off x="891360" y="5283720"/>
            <a:ext cx="2623680" cy="1573560"/>
          </a:xfrm>
          <a:prstGeom prst="rect">
            <a:avLst/>
          </a:prstGeom>
          <a:blipFill rotWithShape="0">
            <a:blip r:embed="rId2"/>
            <a:srcRect/>
            <a:stretch/>
          </a:blipFill>
          <a:ln w="0">
            <a:noFill/>
          </a:ln>
        </p:spPr>
        <p:style>
          <a:lnRef idx="0"/>
          <a:fillRef idx="0"/>
          <a:effectRef idx="0"/>
          <a:fontRef idx="minor"/>
        </p:style>
        <p:txBody>
          <a:bodyPr lIns="0" rIns="0" tIns="0" bIns="0" anchor="t">
            <a:noAutofit/>
          </a:bodyPr>
          <a:p>
            <a:pPr defTabSz="914400">
              <a:lnSpc>
                <a:spcPct val="100000"/>
              </a:lnSpc>
            </a:pPr>
            <a:endParaRPr b="0" lang="es-ES" sz="1800" spc="-1" strike="noStrike">
              <a:solidFill>
                <a:schemeClr val="dk1"/>
              </a:solidFill>
              <a:latin typeface="Calibri"/>
            </a:endParaRPr>
          </a:p>
        </p:txBody>
      </p:sp>
      <p:sp>
        <p:nvSpPr>
          <p:cNvPr id="34" name="bk object 16"/>
          <p:cNvSpPr/>
          <p:nvPr/>
        </p:nvSpPr>
        <p:spPr>
          <a:xfrm>
            <a:off x="594360" y="4722480"/>
            <a:ext cx="1520280" cy="1253160"/>
          </a:xfrm>
          <a:prstGeom prst="rect">
            <a:avLst/>
          </a:prstGeom>
          <a:blipFill rotWithShape="0">
            <a:blip r:embed="rId3"/>
            <a:srcRect/>
            <a:stretch/>
          </a:blipFill>
          <a:ln w="0">
            <a:noFill/>
          </a:ln>
        </p:spPr>
        <p:style>
          <a:lnRef idx="0"/>
          <a:fillRef idx="0"/>
          <a:effectRef idx="0"/>
          <a:fontRef idx="minor"/>
        </p:style>
        <p:txBody>
          <a:bodyPr lIns="0" rIns="0" tIns="0" bIns="0" anchor="t">
            <a:noAutofit/>
          </a:bodyPr>
          <a:p>
            <a:pPr defTabSz="914400">
              <a:lnSpc>
                <a:spcPct val="100000"/>
              </a:lnSpc>
            </a:pPr>
            <a:endParaRPr b="0" lang="es-ES" sz="1800" spc="-1" strike="noStrike">
              <a:solidFill>
                <a:schemeClr val="dk1"/>
              </a:solidFill>
              <a:latin typeface="Calibri"/>
            </a:endParaRPr>
          </a:p>
        </p:txBody>
      </p:sp>
      <p:pic>
        <p:nvPicPr>
          <p:cNvPr id="35" name="Gráfico 4" descr=""/>
          <p:cNvPicPr/>
          <p:nvPr/>
        </p:nvPicPr>
        <p:blipFill>
          <a:blip r:embed="rId4">
            <a:extLst>
              <a:ext uri="{96DAC541-7B7A-43D3-8B79-37D633B846F1}">
                <asvg:svgBlip xmlns:asvg="http://schemas.microsoft.com/office/drawing/2016/SVG/main" r:embed="rId5"/>
              </a:ext>
            </a:extLst>
          </a:blip>
          <a:stretch/>
        </p:blipFill>
        <p:spPr>
          <a:xfrm>
            <a:off x="5045040" y="6356160"/>
            <a:ext cx="6408720" cy="362520"/>
          </a:xfrm>
          <a:prstGeom prst="rect">
            <a:avLst/>
          </a:prstGeom>
          <a:ln w="0">
            <a:noFill/>
          </a:ln>
        </p:spPr>
      </p:pic>
      <p:sp>
        <p:nvSpPr>
          <p:cNvPr id="36" name="PlaceHolder 1"/>
          <p:cNvSpPr>
            <a:spLocks noGrp="1"/>
          </p:cNvSpPr>
          <p:nvPr>
            <p:ph type="title"/>
          </p:nvPr>
        </p:nvSpPr>
        <p:spPr>
          <a:xfrm>
            <a:off x="3987000" y="1522080"/>
            <a:ext cx="2598480" cy="622080"/>
          </a:xfrm>
          <a:prstGeom prst="rect">
            <a:avLst/>
          </a:prstGeom>
          <a:noFill/>
          <a:ln w="0">
            <a:noFill/>
          </a:ln>
        </p:spPr>
        <p:txBody>
          <a:bodyPr lIns="0" rIns="0" tIns="0" bIns="0" anchor="ctr">
            <a:noAutofit/>
          </a:bodyPr>
          <a:p>
            <a:pPr indent="0">
              <a:buNone/>
            </a:pPr>
            <a:r>
              <a:rPr b="0" lang="es-ES" sz="1800" spc="-1" strike="noStrike">
                <a:solidFill>
                  <a:srgbClr val="000000"/>
                </a:solidFill>
                <a:latin typeface="Arial"/>
              </a:rPr>
              <a:t>Pulse para editar el formato del texto de título</a:t>
            </a:r>
            <a:endParaRPr b="0" lang="es-ES" sz="1800" spc="-1" strike="noStrike">
              <a:solidFill>
                <a:srgbClr val="000000"/>
              </a:solidFill>
              <a:latin typeface="Arial"/>
            </a:endParaRPr>
          </a:p>
        </p:txBody>
      </p:sp>
      <p:sp>
        <p:nvSpPr>
          <p:cNvPr id="37"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s-ES" sz="1800" spc="-1" strike="noStrike">
                <a:solidFill>
                  <a:srgbClr val="000000"/>
                </a:solidFill>
                <a:latin typeface="Arial"/>
              </a:rPr>
              <a:t>Pulse para editar el formato de texto del esquema</a:t>
            </a:r>
            <a:endParaRPr b="0" lang="es-E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s-ES" sz="1800" spc="-1" strike="noStrike">
                <a:solidFill>
                  <a:srgbClr val="000000"/>
                </a:solidFill>
                <a:latin typeface="Arial"/>
              </a:rPr>
              <a:t>Segundo nivel del esquema</a:t>
            </a:r>
            <a:endParaRPr b="0" lang="es-E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s-ES" sz="1800" spc="-1" strike="noStrike">
                <a:solidFill>
                  <a:srgbClr val="000000"/>
                </a:solidFill>
                <a:latin typeface="Arial"/>
              </a:rPr>
              <a:t>Tercer nivel del esquema</a:t>
            </a:r>
            <a:endParaRPr b="0" lang="es-E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s-ES" sz="1800" spc="-1" strike="noStrike">
                <a:solidFill>
                  <a:srgbClr val="000000"/>
                </a:solidFill>
                <a:latin typeface="Arial"/>
              </a:rPr>
              <a:t>Cuarto nivel del esquema</a:t>
            </a:r>
            <a:endParaRPr b="0" lang="es-E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s-ES" sz="1800" spc="-1" strike="noStrike">
                <a:solidFill>
                  <a:srgbClr val="000000"/>
                </a:solidFill>
                <a:latin typeface="Arial"/>
              </a:rPr>
              <a:t>Quinto nivel del esquema</a:t>
            </a:r>
            <a:endParaRPr b="0" lang="es-E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s-ES" sz="1800" spc="-1" strike="noStrike">
                <a:solidFill>
                  <a:srgbClr val="000000"/>
                </a:solidFill>
                <a:latin typeface="Arial"/>
              </a:rPr>
              <a:t>Sexto nivel del esquema</a:t>
            </a:r>
            <a:endParaRPr b="0" lang="es-E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s-ES" sz="1800" spc="-1" strike="noStrike">
                <a:solidFill>
                  <a:srgbClr val="000000"/>
                </a:solidFill>
                <a:latin typeface="Arial"/>
              </a:rPr>
              <a:t>Séptimo nivel del esquema</a:t>
            </a:r>
            <a:endParaRPr b="0" lang="es-ES" sz="1800" spc="-1" strike="noStrike">
              <a:solidFill>
                <a:srgbClr val="000000"/>
              </a:solidFill>
              <a:latin typeface="Arial"/>
            </a:endParaRPr>
          </a:p>
        </p:txBody>
      </p:sp>
      <p:sp>
        <p:nvSpPr>
          <p:cNvPr id="38" name="PlaceHolder 3"/>
          <p:cNvSpPr>
            <a:spLocks noGrp="1"/>
          </p:cNvSpPr>
          <p:nvPr>
            <p:ph type="sldNum" idx="11"/>
          </p:nvPr>
        </p:nvSpPr>
        <p:spPr>
          <a:xfrm>
            <a:off x="9372600" y="6378120"/>
            <a:ext cx="2803320" cy="342360"/>
          </a:xfrm>
          <a:prstGeom prst="rect">
            <a:avLst/>
          </a:prstGeom>
          <a:noFill/>
          <a:ln w="0">
            <a:noFill/>
          </a:ln>
        </p:spPr>
        <p:txBody>
          <a:bodyPr lIns="0" rIns="0" tIns="0" bIns="0" anchor="t">
            <a:noAutofit/>
          </a:bodyPr>
          <a:lstStyle>
            <a:lvl1pPr indent="0" algn="r" defTabSz="914400">
              <a:lnSpc>
                <a:spcPct val="100000"/>
              </a:lnSpc>
              <a:buNone/>
              <a:tabLst>
                <a:tab algn="l" pos="0"/>
              </a:tabLst>
              <a:defRPr b="0" lang="es-ES" sz="1800" spc="-1" strike="noStrike">
                <a:solidFill>
                  <a:schemeClr val="dk1">
                    <a:tint val="75000"/>
                  </a:schemeClr>
                </a:solidFill>
                <a:latin typeface="Calibri"/>
              </a:defRPr>
            </a:lvl1pPr>
          </a:lstStyle>
          <a:p>
            <a:pPr indent="0" algn="r" defTabSz="914400">
              <a:lnSpc>
                <a:spcPct val="100000"/>
              </a:lnSpc>
              <a:buNone/>
              <a:tabLst>
                <a:tab algn="l" pos="0"/>
              </a:tabLst>
            </a:pPr>
            <a:fld id="{5BE2EF34-F15F-4908-AE5F-8A8B2784C77B}" type="slidenum">
              <a:rPr b="0" lang="es-ES" sz="1800" spc="-1" strike="noStrike">
                <a:solidFill>
                  <a:schemeClr val="dk1">
                    <a:tint val="75000"/>
                  </a:schemeClr>
                </a:solidFill>
                <a:latin typeface="Calibri"/>
              </a:rPr>
              <a:t>&lt;número&gt;</a:t>
            </a:fld>
            <a:endParaRPr b="0" lang="es-ES" sz="1800" spc="-1" strike="noStrike">
              <a:solidFill>
                <a:srgbClr val="000000"/>
              </a:solidFill>
              <a:latin typeface="Times New Roman"/>
            </a:endParaRPr>
          </a:p>
        </p:txBody>
      </p:sp>
      <p:sp>
        <p:nvSpPr>
          <p:cNvPr id="39" name="PlaceHolder 4"/>
          <p:cNvSpPr>
            <a:spLocks noGrp="1"/>
          </p:cNvSpPr>
          <p:nvPr>
            <p:ph type="dt" idx="12"/>
          </p:nvPr>
        </p:nvSpPr>
        <p:spPr>
          <a:xfrm>
            <a:off x="609480" y="6378120"/>
            <a:ext cx="2803320" cy="342360"/>
          </a:xfrm>
          <a:prstGeom prst="rect">
            <a:avLst/>
          </a:prstGeom>
          <a:noFill/>
          <a:ln w="0">
            <a:noFill/>
          </a:ln>
        </p:spPr>
        <p:txBody>
          <a:bodyPr lIns="0" rIns="0" tIns="0" bIns="0" anchor="t">
            <a:noAutofit/>
          </a:bodyPr>
          <a:lstStyle>
            <a:lvl1pPr indent="0">
              <a:buNone/>
              <a:defRPr b="0" lang="es-ES" sz="1400" spc="-1" strike="noStrike">
                <a:solidFill>
                  <a:srgbClr val="000000"/>
                </a:solidFill>
                <a:latin typeface="Times New Roman"/>
              </a:defRPr>
            </a:lvl1pPr>
          </a:lstStyle>
          <a:p>
            <a:pPr indent="0">
              <a:buNone/>
            </a:pPr>
            <a:r>
              <a:rPr b="0" lang="es-ES" sz="1400" spc="-1" strike="noStrike">
                <a:solidFill>
                  <a:srgbClr val="000000"/>
                </a:solidFill>
                <a:latin typeface="Times New Roman"/>
              </a:rPr>
              <a:t>&lt;fecha/hora&gt;</a:t>
            </a:r>
            <a:endParaRPr b="0" lang="es-E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6"/>
  </p:sldLayoutIdLst>
</p:sldMaster>
</file>

<file path=ppt/slides/_rels/slide1.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5.xml"/>
</Relationships>
</file>

<file path=ppt/slides/_rels/slide2.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svg"/><Relationship Id="rId3" Type="http://schemas.openxmlformats.org/officeDocument/2006/relationships/slideLayout" Target="../slideLayouts/slideLayout2.xml"/>
</Relationships>
</file>

<file path=ppt/slides/_rels/slide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svg"/><Relationship Id="rId3" Type="http://schemas.openxmlformats.org/officeDocument/2006/relationships/slideLayout" Target="../slideLayouts/slideLayout2.xml"/><Relationship Id="rId4"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sv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slideLayout" Target="../slideLayouts/slideLayout2.xml"/><Relationship Id="rId6"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svg"/><Relationship Id="rId3" Type="http://schemas.openxmlformats.org/officeDocument/2006/relationships/image" Target="../media/image9.png"/><Relationship Id="rId4" Type="http://schemas.openxmlformats.org/officeDocument/2006/relationships/slideLayout" Target="../slideLayouts/slideLayout2.xml"/><Relationship Id="rId5"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svg"/><Relationship Id="rId3" Type="http://schemas.openxmlformats.org/officeDocument/2006/relationships/slideLayout" Target="../slideLayouts/slideLayout2.xml"/><Relationship Id="rId4"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svg"/><Relationship Id="rId3" Type="http://schemas.openxmlformats.org/officeDocument/2006/relationships/slideLayout" Target="../slideLayouts/slideLayout2.xml"/><Relationship Id="rId4"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object 3"/>
          <p:cNvSpPr/>
          <p:nvPr/>
        </p:nvSpPr>
        <p:spPr>
          <a:xfrm>
            <a:off x="2749680" y="4919760"/>
            <a:ext cx="6105960" cy="500040"/>
          </a:xfrm>
          <a:prstGeom prst="rect">
            <a:avLst/>
          </a:prstGeom>
          <a:noFill/>
          <a:ln w="0">
            <a:noFill/>
          </a:ln>
        </p:spPr>
        <p:style>
          <a:lnRef idx="0"/>
          <a:fillRef idx="0"/>
          <a:effectRef idx="0"/>
          <a:fontRef idx="minor"/>
        </p:style>
        <p:txBody>
          <a:bodyPr lIns="0" rIns="0" tIns="12600" bIns="0" anchor="t">
            <a:spAutoFit/>
          </a:bodyPr>
          <a:p>
            <a:pPr marL="12600" defTabSz="914400">
              <a:lnSpc>
                <a:spcPct val="100000"/>
              </a:lnSpc>
              <a:spcBef>
                <a:spcPts val="99"/>
              </a:spcBef>
            </a:pPr>
            <a:r>
              <a:rPr b="1" lang="es-ES" sz="3200" spc="-1" strike="noStrike">
                <a:solidFill>
                  <a:schemeClr val="dk1"/>
                </a:solidFill>
                <a:latin typeface="Lucida Sans"/>
              </a:rPr>
              <a:t>Lab Book 1.0. Waveguides</a:t>
            </a:r>
            <a:endParaRPr b="0" lang="es-ES" sz="3200" spc="-1" strike="noStrike">
              <a:solidFill>
                <a:srgbClr val="000000"/>
              </a:solidFill>
              <a:latin typeface="Arial"/>
            </a:endParaRPr>
          </a:p>
        </p:txBody>
      </p:sp>
      <p:sp>
        <p:nvSpPr>
          <p:cNvPr id="49" name="object 4"/>
          <p:cNvSpPr/>
          <p:nvPr/>
        </p:nvSpPr>
        <p:spPr>
          <a:xfrm>
            <a:off x="2749680" y="5610240"/>
            <a:ext cx="8222400" cy="286560"/>
          </a:xfrm>
          <a:prstGeom prst="rect">
            <a:avLst/>
          </a:prstGeom>
          <a:noFill/>
          <a:ln w="0">
            <a:noFill/>
          </a:ln>
        </p:spPr>
        <p:style>
          <a:lnRef idx="0"/>
          <a:fillRef idx="0"/>
          <a:effectRef idx="0"/>
          <a:fontRef idx="minor"/>
        </p:style>
        <p:txBody>
          <a:bodyPr lIns="0" rIns="0" tIns="12600" bIns="0" anchor="t">
            <a:spAutoFit/>
          </a:bodyPr>
          <a:p>
            <a:pPr marL="12600" defTabSz="914400">
              <a:lnSpc>
                <a:spcPct val="100000"/>
              </a:lnSpc>
              <a:spcBef>
                <a:spcPts val="99"/>
              </a:spcBef>
            </a:pPr>
            <a:r>
              <a:rPr b="0" lang="es-ES" sz="1800" spc="160" strike="noStrike">
                <a:solidFill>
                  <a:schemeClr val="dk1"/>
                </a:solidFill>
                <a:latin typeface="Arial"/>
              </a:rPr>
              <a:t>Student: </a:t>
            </a:r>
            <a:endParaRPr b="0" lang="es-ES" sz="1800" spc="-1" strike="noStrike">
              <a:solidFill>
                <a:srgbClr val="000000"/>
              </a:solidFill>
              <a:latin typeface="Arial"/>
            </a:endParaRPr>
          </a:p>
        </p:txBody>
      </p:sp>
      <p:sp>
        <p:nvSpPr>
          <p:cNvPr id="50" name="object 5"/>
          <p:cNvSpPr/>
          <p:nvPr/>
        </p:nvSpPr>
        <p:spPr>
          <a:xfrm>
            <a:off x="0" y="0"/>
            <a:ext cx="12191400" cy="4188600"/>
          </a:xfrm>
          <a:prstGeom prst="rect">
            <a:avLst/>
          </a:prstGeom>
          <a:blipFill rotWithShape="0">
            <a:blip r:embed="rId1"/>
            <a:srcRect/>
            <a:stretch/>
          </a:blipFill>
          <a:ln w="0">
            <a:noFill/>
          </a:ln>
        </p:spPr>
        <p:style>
          <a:lnRef idx="0"/>
          <a:fillRef idx="0"/>
          <a:effectRef idx="0"/>
          <a:fontRef idx="minor"/>
        </p:style>
        <p:txBody>
          <a:bodyPr lIns="0" rIns="0" tIns="0" bIns="0" anchor="t">
            <a:noAutofit/>
          </a:bodyPr>
          <a:p>
            <a:pPr defTabSz="914400">
              <a:lnSpc>
                <a:spcPct val="100000"/>
              </a:lnSpc>
            </a:pPr>
            <a:endParaRPr b="0" lang="es-ES" sz="1800" spc="-1" strike="noStrike">
              <a:solidFill>
                <a:schemeClr val="dk1"/>
              </a:solidFill>
              <a:latin typeface="Calibri"/>
            </a:endParaRPr>
          </a:p>
        </p:txBody>
      </p:sp>
      <p:sp>
        <p:nvSpPr>
          <p:cNvPr id="2" name="PlaceHolder 1"/>
          <p:cNvSpPr>
            <a:spLocks noGrp="1"/>
          </p:cNvSpPr>
          <p:nvPr>
            <p:ph type="sldNum" idx="11"/>
          </p:nvPr>
        </p:nvSpPr>
        <p:spPr/>
        <p:txBody>
          <a:bodyPr/>
          <a:p>
            <a:fld id="{2E9786B4-0C5B-4CEC-BC73-B47834EE23B3}" type="slidenum">
              <a:t>1</a:t>
            </a:fld>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 name="PlaceHolder 1"/>
          <p:cNvSpPr>
            <a:spLocks noGrp="1"/>
          </p:cNvSpPr>
          <p:nvPr>
            <p:ph type="title"/>
          </p:nvPr>
        </p:nvSpPr>
        <p:spPr>
          <a:xfrm>
            <a:off x="685800" y="408960"/>
            <a:ext cx="6153120" cy="1157400"/>
          </a:xfrm>
          <a:prstGeom prst="rect">
            <a:avLst/>
          </a:prstGeom>
          <a:noFill/>
          <a:ln w="0">
            <a:noFill/>
          </a:ln>
        </p:spPr>
        <p:txBody>
          <a:bodyPr lIns="0" rIns="0" tIns="12600" bIns="0" anchor="t">
            <a:noAutofit/>
          </a:bodyPr>
          <a:p>
            <a:pPr marL="12600" indent="0">
              <a:lnSpc>
                <a:spcPct val="100000"/>
              </a:lnSpc>
              <a:spcBef>
                <a:spcPts val="99"/>
              </a:spcBef>
              <a:buNone/>
              <a:tabLst>
                <a:tab algn="l" pos="0"/>
              </a:tabLst>
            </a:pPr>
            <a:r>
              <a:rPr b="1" lang="es-ES" sz="2500" spc="-7" strike="noStrike" u="sng">
                <a:solidFill>
                  <a:schemeClr val="dk1"/>
                </a:solidFill>
                <a:uFillTx/>
                <a:latin typeface="Calibri"/>
              </a:rPr>
              <a:t>Instructions</a:t>
            </a:r>
            <a:br>
              <a:rPr sz="2400"/>
            </a:br>
            <a:r>
              <a:rPr b="0" lang="es-ES" sz="2000" spc="-7" strike="noStrike">
                <a:solidFill>
                  <a:schemeClr val="dk1"/>
                </a:solidFill>
                <a:latin typeface="Calibri"/>
              </a:rPr>
              <a:t>General</a:t>
            </a:r>
            <a:endParaRPr b="0" lang="es-ES" sz="2000" spc="-1" strike="noStrike">
              <a:solidFill>
                <a:srgbClr val="000000"/>
              </a:solidFill>
              <a:latin typeface="Arial"/>
            </a:endParaRPr>
          </a:p>
        </p:txBody>
      </p:sp>
      <p:pic>
        <p:nvPicPr>
          <p:cNvPr id="52" name="Gráfico 82" descr=""/>
          <p:cNvPicPr/>
          <p:nvPr/>
        </p:nvPicPr>
        <p:blipFill>
          <a:blip r:embed="rId1">
            <a:extLst>
              <a:ext uri="{96DAC541-7B7A-43D3-8B79-37D633B846F1}">
                <asvg:svgBlip xmlns:asvg="http://schemas.microsoft.com/office/drawing/2016/SVG/main" r:embed="rId2"/>
              </a:ext>
            </a:extLst>
          </a:blip>
          <a:stretch/>
        </p:blipFill>
        <p:spPr>
          <a:xfrm>
            <a:off x="5045040" y="6356160"/>
            <a:ext cx="6408720" cy="362520"/>
          </a:xfrm>
          <a:prstGeom prst="rect">
            <a:avLst/>
          </a:prstGeom>
          <a:ln w="0">
            <a:noFill/>
          </a:ln>
        </p:spPr>
      </p:pic>
      <p:sp>
        <p:nvSpPr>
          <p:cNvPr id="53" name="PlaceHolder 2"/>
          <p:cNvSpPr>
            <a:spLocks noGrp="1"/>
          </p:cNvSpPr>
          <p:nvPr>
            <p:ph type="ftr" idx="16"/>
          </p:nvPr>
        </p:nvSpPr>
        <p:spPr>
          <a:xfrm>
            <a:off x="609480" y="6456960"/>
            <a:ext cx="2742480" cy="183960"/>
          </a:xfrm>
          <a:prstGeom prst="rect">
            <a:avLst/>
          </a:prstGeom>
          <a:noFill/>
          <a:ln w="0">
            <a:noFill/>
          </a:ln>
        </p:spPr>
        <p:txBody>
          <a:bodyPr lIns="0" rIns="0" tIns="0" bIns="0" anchor="ctr">
            <a:noAutofit/>
          </a:bodyPr>
          <a:lstStyle>
            <a:lvl1pPr marL="12600" indent="0" defTabSz="914400">
              <a:lnSpc>
                <a:spcPct val="100000"/>
              </a:lnSpc>
              <a:spcBef>
                <a:spcPts val="14"/>
              </a:spcBef>
              <a:buNone/>
              <a:tabLst>
                <a:tab algn="l" pos="0"/>
              </a:tabLst>
              <a:defRPr b="0" lang="es-ES" sz="1200" spc="-7" strike="noStrike">
                <a:solidFill>
                  <a:srgbClr val="585858"/>
                </a:solidFill>
                <a:latin typeface="Arial"/>
              </a:defRPr>
            </a:lvl1pPr>
          </a:lstStyle>
          <a:p>
            <a:pPr marL="12600" indent="0" defTabSz="914400">
              <a:lnSpc>
                <a:spcPct val="100000"/>
              </a:lnSpc>
              <a:spcBef>
                <a:spcPts val="14"/>
              </a:spcBef>
              <a:buNone/>
              <a:tabLst>
                <a:tab algn="l" pos="0"/>
              </a:tabLst>
            </a:pPr>
            <a:r>
              <a:rPr b="0" lang="es-ES" sz="1200" spc="-7" strike="noStrike">
                <a:solidFill>
                  <a:srgbClr val="585858"/>
                </a:solidFill>
                <a:latin typeface="Arial"/>
              </a:rPr>
              <a:t>LAB 1.0 WAVEGUIDES</a:t>
            </a:r>
            <a:endParaRPr b="0" lang="es-ES" sz="1200" spc="-1" strike="noStrike">
              <a:solidFill>
                <a:srgbClr val="000000"/>
              </a:solidFill>
              <a:latin typeface="Times New Roman"/>
            </a:endParaRPr>
          </a:p>
        </p:txBody>
      </p:sp>
      <p:sp>
        <p:nvSpPr>
          <p:cNvPr id="54" name="Marcador de texto 2"/>
          <p:cNvSpPr/>
          <p:nvPr/>
        </p:nvSpPr>
        <p:spPr>
          <a:xfrm>
            <a:off x="608040" y="1163160"/>
            <a:ext cx="11048400" cy="4957560"/>
          </a:xfrm>
          <a:prstGeom prst="rect">
            <a:avLst/>
          </a:prstGeom>
          <a:noFill/>
          <a:ln w="0">
            <a:noFill/>
          </a:ln>
        </p:spPr>
        <p:style>
          <a:lnRef idx="0"/>
          <a:fillRef idx="0"/>
          <a:effectRef idx="0"/>
          <a:fontRef idx="minor"/>
        </p:style>
        <p:txBody>
          <a:bodyPr lIns="90000" rIns="90000" tIns="45000" bIns="45000" anchor="t">
            <a:normAutofit/>
          </a:bodyPr>
          <a:p>
            <a:pPr algn="just" defTabSz="914400">
              <a:lnSpc>
                <a:spcPct val="100000"/>
              </a:lnSpc>
            </a:pPr>
            <a:r>
              <a:rPr b="1" lang="en-US" sz="2000" spc="-1" strike="noStrike">
                <a:solidFill>
                  <a:srgbClr val="000000"/>
                </a:solidFill>
                <a:latin typeface="Calibri"/>
              </a:rPr>
              <a:t>SCRIPTS</a:t>
            </a:r>
            <a:endParaRPr b="0" lang="es-ES" sz="2000" spc="-1" strike="noStrike">
              <a:solidFill>
                <a:srgbClr val="000000"/>
              </a:solidFill>
              <a:latin typeface="Arial"/>
            </a:endParaRPr>
          </a:p>
          <a:p>
            <a:pPr marL="343080" indent="-343080" algn="just" defTabSz="914400">
              <a:lnSpc>
                <a:spcPct val="100000"/>
              </a:lnSpc>
              <a:buClr>
                <a:srgbClr val="000000"/>
              </a:buClr>
              <a:buFont typeface="Arial"/>
              <a:buChar char="•"/>
            </a:pPr>
            <a:r>
              <a:rPr b="0" lang="en-US" sz="1800" spc="-1" strike="noStrike">
                <a:solidFill>
                  <a:srgbClr val="000000"/>
                </a:solidFill>
                <a:latin typeface="Calibri"/>
              </a:rPr>
              <a:t>From </a:t>
            </a:r>
            <a:r>
              <a:rPr b="0" lang="en-US" sz="1800" spc="-1" strike="noStrike">
                <a:solidFill>
                  <a:srgbClr val="000000"/>
                </a:solidFill>
                <a:latin typeface="Calibri"/>
              </a:rPr>
              <a:t>	</a:t>
            </a:r>
            <a:r>
              <a:rPr b="0" lang="en-US" sz="1800" spc="-1" strike="noStrike">
                <a:solidFill>
                  <a:srgbClr val="000000"/>
                </a:solidFill>
                <a:latin typeface="Calibri"/>
              </a:rPr>
              <a:t>GitHub </a:t>
            </a:r>
            <a:r>
              <a:rPr b="0" lang="en-US" sz="1800" spc="-1" strike="noStrike">
                <a:solidFill>
                  <a:srgbClr val="000000"/>
                </a:solidFill>
                <a:latin typeface="Wingdings"/>
              </a:rPr>
              <a:t></a:t>
            </a:r>
            <a:r>
              <a:rPr b="0" lang="en-US" sz="1800" spc="-1" strike="noStrike">
                <a:solidFill>
                  <a:srgbClr val="000000"/>
                </a:solidFill>
                <a:latin typeface="Calibri"/>
              </a:rPr>
              <a:t> </a:t>
            </a:r>
            <a:endParaRPr b="0" lang="es-ES" sz="1800" spc="-1" strike="noStrike">
              <a:solidFill>
                <a:srgbClr val="000000"/>
              </a:solidFill>
              <a:latin typeface="Arial"/>
            </a:endParaRPr>
          </a:p>
          <a:p>
            <a:pPr lvl="1" marL="800280" indent="-343080" algn="just" defTabSz="914400">
              <a:lnSpc>
                <a:spcPct val="100000"/>
              </a:lnSpc>
              <a:buClr>
                <a:srgbClr val="000000"/>
              </a:buClr>
              <a:buFont typeface="Arial"/>
              <a:buChar char="•"/>
            </a:pPr>
            <a:r>
              <a:rPr b="0" lang="en-US" sz="1800" spc="-1" strike="noStrike">
                <a:solidFill>
                  <a:srgbClr val="000000"/>
                </a:solidFill>
                <a:latin typeface="Calibri"/>
              </a:rPr>
              <a:t>Fork the repo: https://github.com/cccanvas-upv/cifoin-lab1.git</a:t>
            </a:r>
            <a:endParaRPr b="0" lang="es-ES" sz="1800" spc="-1" strike="noStrike">
              <a:solidFill>
                <a:srgbClr val="000000"/>
              </a:solidFill>
              <a:latin typeface="Arial"/>
            </a:endParaRPr>
          </a:p>
          <a:p>
            <a:pPr lvl="1" marL="800280" indent="-343080" algn="just" defTabSz="914400">
              <a:lnSpc>
                <a:spcPct val="100000"/>
              </a:lnSpc>
              <a:buClr>
                <a:srgbClr val="000000"/>
              </a:buClr>
              <a:buFont typeface="Arial"/>
              <a:buChar char="•"/>
            </a:pPr>
            <a:r>
              <a:rPr b="0" lang="en-US" sz="1800" spc="-1" strike="noStrike">
                <a:solidFill>
                  <a:srgbClr val="000000"/>
                </a:solidFill>
                <a:latin typeface="Calibri"/>
              </a:rPr>
              <a:t>Clone the repo using VSCode</a:t>
            </a:r>
            <a:endParaRPr b="0" lang="es-ES" sz="1800" spc="-1" strike="noStrike">
              <a:solidFill>
                <a:srgbClr val="000000"/>
              </a:solidFill>
              <a:latin typeface="Arial"/>
            </a:endParaRPr>
          </a:p>
          <a:p>
            <a:pPr marL="343080" indent="-343080" algn="just" defTabSz="914400">
              <a:lnSpc>
                <a:spcPct val="100000"/>
              </a:lnSpc>
              <a:buClr>
                <a:srgbClr val="000000"/>
              </a:buClr>
              <a:buFont typeface="Arial"/>
              <a:buChar char="•"/>
            </a:pPr>
            <a:r>
              <a:rPr b="0" lang="en-US" sz="1800" spc="-1" strike="noStrike">
                <a:solidFill>
                  <a:srgbClr val="000000"/>
                </a:solidFill>
                <a:latin typeface="Calibri"/>
              </a:rPr>
              <a:t>Run the Jupyter Notebook: </a:t>
            </a:r>
            <a:endParaRPr b="0" lang="es-ES" sz="1800" spc="-1" strike="noStrike">
              <a:solidFill>
                <a:srgbClr val="000000"/>
              </a:solidFill>
              <a:latin typeface="Arial"/>
            </a:endParaRPr>
          </a:p>
          <a:p>
            <a:pPr lvl="1" marL="800280" indent="-343080" algn="just" defTabSz="914400">
              <a:lnSpc>
                <a:spcPct val="100000"/>
              </a:lnSpc>
              <a:buClr>
                <a:srgbClr val="000000"/>
              </a:buClr>
              <a:buFont typeface="Arial"/>
              <a:buChar char="•"/>
            </a:pPr>
            <a:r>
              <a:rPr b="0" lang="en-US" sz="1800" spc="-1" strike="noStrike">
                <a:solidFill>
                  <a:srgbClr val="000000"/>
                </a:solidFill>
                <a:latin typeface="Calibri"/>
              </a:rPr>
              <a:t>WAVEGUIDES_Student.ipynb </a:t>
            </a:r>
            <a:endParaRPr b="0" lang="es-ES" sz="1800" spc="-1" strike="noStrike">
              <a:solidFill>
                <a:srgbClr val="000000"/>
              </a:solidFill>
              <a:latin typeface="Arial"/>
            </a:endParaRPr>
          </a:p>
          <a:p>
            <a:pPr algn="just" defTabSz="914400">
              <a:lnSpc>
                <a:spcPct val="100000"/>
              </a:lnSpc>
            </a:pPr>
            <a:endParaRPr b="0" lang="es-ES" sz="2000" spc="-1" strike="noStrike">
              <a:solidFill>
                <a:srgbClr val="000000"/>
              </a:solidFill>
              <a:latin typeface="Arial"/>
            </a:endParaRPr>
          </a:p>
          <a:p>
            <a:pPr algn="just" defTabSz="914400">
              <a:lnSpc>
                <a:spcPct val="100000"/>
              </a:lnSpc>
            </a:pPr>
            <a:endParaRPr b="0" lang="es-ES" sz="2000" spc="-1" strike="noStrike">
              <a:solidFill>
                <a:srgbClr val="000000"/>
              </a:solidFill>
              <a:latin typeface="Arial"/>
            </a:endParaRPr>
          </a:p>
        </p:txBody>
      </p:sp>
      <p:sp>
        <p:nvSpPr>
          <p:cNvPr id="55" name="object 7"/>
          <p:cNvSpPr/>
          <p:nvPr/>
        </p:nvSpPr>
        <p:spPr>
          <a:xfrm>
            <a:off x="902880" y="3422880"/>
            <a:ext cx="3928680" cy="1901880"/>
          </a:xfrm>
          <a:custGeom>
            <a:avLst/>
            <a:gdLst>
              <a:gd name="textAreaLeft" fmla="*/ 0 w 3928680"/>
              <a:gd name="textAreaRight" fmla="*/ 3929400 w 3928680"/>
              <a:gd name="textAreaTop" fmla="*/ 0 h 1901880"/>
              <a:gd name="textAreaBottom" fmla="*/ 1902600 h 1901880"/>
            </a:gdLst>
            <a:ahLst/>
            <a:rect l="textAreaLeft" t="textAreaTop" r="textAreaRight" b="textAreaBottom"/>
            <a:pathLst>
              <a:path w="3929379" h="1902460">
                <a:moveTo>
                  <a:pt x="0" y="1901952"/>
                </a:moveTo>
                <a:lnTo>
                  <a:pt x="3928872" y="1901952"/>
                </a:lnTo>
                <a:lnTo>
                  <a:pt x="3928872" y="0"/>
                </a:lnTo>
                <a:lnTo>
                  <a:pt x="0" y="0"/>
                </a:lnTo>
                <a:lnTo>
                  <a:pt x="0" y="1901952"/>
                </a:lnTo>
                <a:close/>
              </a:path>
            </a:pathLst>
          </a:custGeom>
          <a:solidFill>
            <a:srgbClr val="f1f1f1"/>
          </a:solidFill>
          <a:ln w="0">
            <a:noFill/>
          </a:ln>
        </p:spPr>
        <p:style>
          <a:lnRef idx="0"/>
          <a:fillRef idx="0"/>
          <a:effectRef idx="0"/>
          <a:fontRef idx="minor"/>
        </p:style>
        <p:txBody>
          <a:bodyPr lIns="0" rIns="0" tIns="0" bIns="0" anchor="t">
            <a:noAutofit/>
          </a:bodyPr>
          <a:p>
            <a:pPr defTabSz="914400">
              <a:lnSpc>
                <a:spcPct val="100000"/>
              </a:lnSpc>
            </a:pPr>
            <a:endParaRPr b="0" lang="es-ES" sz="1800" spc="-1" strike="noStrike">
              <a:solidFill>
                <a:schemeClr val="dk1"/>
              </a:solidFill>
              <a:latin typeface="Calibri"/>
            </a:endParaRPr>
          </a:p>
        </p:txBody>
      </p:sp>
      <p:sp>
        <p:nvSpPr>
          <p:cNvPr id="56" name="object 62"/>
          <p:cNvSpPr/>
          <p:nvPr/>
        </p:nvSpPr>
        <p:spPr>
          <a:xfrm>
            <a:off x="1747080" y="3983760"/>
            <a:ext cx="75600" cy="985320"/>
          </a:xfrm>
          <a:custGeom>
            <a:avLst/>
            <a:gdLst>
              <a:gd name="textAreaLeft" fmla="*/ 0 w 75600"/>
              <a:gd name="textAreaRight" fmla="*/ 76320 w 75600"/>
              <a:gd name="textAreaTop" fmla="*/ 0 h 985320"/>
              <a:gd name="textAreaBottom" fmla="*/ 986040 h 985320"/>
            </a:gdLst>
            <a:ahLst/>
            <a:rect l="textAreaLeft" t="textAreaTop" r="textAreaRight" b="textAreaBottom"/>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a:ln w="0">
            <a:noFill/>
          </a:ln>
        </p:spPr>
        <p:style>
          <a:lnRef idx="0"/>
          <a:fillRef idx="0"/>
          <a:effectRef idx="0"/>
          <a:fontRef idx="minor"/>
        </p:style>
        <p:txBody>
          <a:bodyPr lIns="0" rIns="0" tIns="0" bIns="0" anchor="t">
            <a:noAutofit/>
          </a:bodyPr>
          <a:p>
            <a:pPr defTabSz="914400">
              <a:lnSpc>
                <a:spcPct val="100000"/>
              </a:lnSpc>
            </a:pPr>
            <a:endParaRPr b="0" lang="es-ES" sz="1800" spc="-1" strike="noStrike">
              <a:solidFill>
                <a:schemeClr val="dk1"/>
              </a:solidFill>
              <a:latin typeface="Calibri"/>
            </a:endParaRPr>
          </a:p>
        </p:txBody>
      </p:sp>
      <p:sp>
        <p:nvSpPr>
          <p:cNvPr id="57" name="object 63"/>
          <p:cNvSpPr/>
          <p:nvPr/>
        </p:nvSpPr>
        <p:spPr>
          <a:xfrm>
            <a:off x="1091160" y="4210920"/>
            <a:ext cx="577080" cy="654120"/>
          </a:xfrm>
          <a:prstGeom prst="rect">
            <a:avLst/>
          </a:prstGeom>
          <a:noFill/>
          <a:ln w="0">
            <a:noFill/>
          </a:ln>
        </p:spPr>
        <p:style>
          <a:lnRef idx="0"/>
          <a:fillRef idx="0"/>
          <a:effectRef idx="0"/>
          <a:fontRef idx="minor"/>
        </p:style>
        <p:txBody>
          <a:bodyPr lIns="0" rIns="0" tIns="13320" bIns="0" anchor="t">
            <a:spAutoFit/>
          </a:bodyPr>
          <a:p>
            <a:pPr algn="ctr" defTabSz="914400">
              <a:lnSpc>
                <a:spcPct val="100000"/>
              </a:lnSpc>
              <a:spcBef>
                <a:spcPts val="105"/>
              </a:spcBef>
            </a:pPr>
            <a:r>
              <a:rPr b="0" lang="es-ES" sz="1400" spc="-1" strike="noStrike">
                <a:solidFill>
                  <a:schemeClr val="dk1"/>
                </a:solidFill>
                <a:latin typeface="Calibri"/>
              </a:rPr>
              <a:t>h</a:t>
            </a:r>
            <a:endParaRPr b="0" lang="es-ES" sz="1400" spc="-1" strike="noStrike">
              <a:solidFill>
                <a:srgbClr val="000000"/>
              </a:solidFill>
              <a:latin typeface="Arial"/>
            </a:endParaRPr>
          </a:p>
          <a:p>
            <a:pPr algn="ctr" defTabSz="914400">
              <a:lnSpc>
                <a:spcPct val="100000"/>
              </a:lnSpc>
              <a:spcBef>
                <a:spcPts val="6"/>
              </a:spcBef>
            </a:pPr>
            <a:r>
              <a:rPr b="0" lang="es-ES" sz="1400" spc="-12" strike="noStrike">
                <a:solidFill>
                  <a:schemeClr val="dk1"/>
                </a:solidFill>
                <a:latin typeface="Calibri"/>
              </a:rPr>
              <a:t>(h</a:t>
            </a:r>
            <a:r>
              <a:rPr b="0" lang="es-ES" sz="1400" spc="-1" strike="noStrike">
                <a:solidFill>
                  <a:schemeClr val="dk1"/>
                </a:solidFill>
                <a:latin typeface="Calibri"/>
              </a:rPr>
              <a:t>eig</a:t>
            </a:r>
            <a:r>
              <a:rPr b="0" lang="es-ES" sz="1400" spc="-26" strike="noStrike">
                <a:solidFill>
                  <a:schemeClr val="dk1"/>
                </a:solidFill>
                <a:latin typeface="Calibri"/>
              </a:rPr>
              <a:t>h</a:t>
            </a:r>
            <a:r>
              <a:rPr b="0" lang="es-ES" sz="1400" spc="-7" strike="noStrike">
                <a:solidFill>
                  <a:schemeClr val="dk1"/>
                </a:solidFill>
                <a:latin typeface="Calibri"/>
              </a:rPr>
              <a:t>t</a:t>
            </a:r>
            <a:r>
              <a:rPr b="0" lang="es-ES" sz="1400" spc="-1" strike="noStrike">
                <a:solidFill>
                  <a:schemeClr val="dk1"/>
                </a:solidFill>
                <a:latin typeface="Calibri"/>
              </a:rPr>
              <a:t>)</a:t>
            </a:r>
            <a:endParaRPr b="0" lang="es-ES" sz="1400" spc="-1" strike="noStrike">
              <a:solidFill>
                <a:srgbClr val="000000"/>
              </a:solidFill>
              <a:latin typeface="Arial"/>
            </a:endParaRPr>
          </a:p>
        </p:txBody>
      </p:sp>
      <p:sp>
        <p:nvSpPr>
          <p:cNvPr id="58" name="object 64"/>
          <p:cNvSpPr/>
          <p:nvPr/>
        </p:nvSpPr>
        <p:spPr>
          <a:xfrm>
            <a:off x="1984680" y="3773520"/>
            <a:ext cx="1757520" cy="75600"/>
          </a:xfrm>
          <a:custGeom>
            <a:avLst/>
            <a:gdLst>
              <a:gd name="textAreaLeft" fmla="*/ 0 w 1757520"/>
              <a:gd name="textAreaRight" fmla="*/ 1758240 w 1757520"/>
              <a:gd name="textAreaTop" fmla="*/ 0 h 75600"/>
              <a:gd name="textAreaBottom" fmla="*/ 76320 h 75600"/>
            </a:gdLst>
            <a:ahLst/>
            <a:rect l="textAreaLeft" t="textAreaTop" r="textAreaRight" b="textAreaBottom"/>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a:ln w="0">
            <a:noFill/>
          </a:ln>
        </p:spPr>
        <p:style>
          <a:lnRef idx="0"/>
          <a:fillRef idx="0"/>
          <a:effectRef idx="0"/>
          <a:fontRef idx="minor"/>
        </p:style>
        <p:txBody>
          <a:bodyPr lIns="0" rIns="0" tIns="0" bIns="0" anchor="t">
            <a:noAutofit/>
          </a:bodyPr>
          <a:p>
            <a:pPr defTabSz="914400">
              <a:lnSpc>
                <a:spcPct val="100000"/>
              </a:lnSpc>
            </a:pPr>
            <a:endParaRPr b="0" lang="es-ES" sz="1800" spc="-1" strike="noStrike">
              <a:solidFill>
                <a:schemeClr val="dk1"/>
              </a:solidFill>
              <a:latin typeface="Calibri"/>
            </a:endParaRPr>
          </a:p>
        </p:txBody>
      </p:sp>
      <p:sp>
        <p:nvSpPr>
          <p:cNvPr id="59" name="object 65"/>
          <p:cNvSpPr/>
          <p:nvPr/>
        </p:nvSpPr>
        <p:spPr>
          <a:xfrm>
            <a:off x="2504880" y="3532680"/>
            <a:ext cx="732600" cy="439920"/>
          </a:xfrm>
          <a:prstGeom prst="rect">
            <a:avLst/>
          </a:prstGeom>
          <a:noFill/>
          <a:ln w="0">
            <a:noFill/>
          </a:ln>
        </p:spPr>
        <p:style>
          <a:lnRef idx="0"/>
          <a:fillRef idx="0"/>
          <a:effectRef idx="0"/>
          <a:fontRef idx="minor"/>
        </p:style>
        <p:txBody>
          <a:bodyPr lIns="0" rIns="0" tIns="13320" bIns="0" anchor="t">
            <a:spAutoFit/>
          </a:bodyPr>
          <a:p>
            <a:pPr defTabSz="914400">
              <a:lnSpc>
                <a:spcPct val="100000"/>
              </a:lnSpc>
              <a:spcBef>
                <a:spcPts val="105"/>
              </a:spcBef>
            </a:pPr>
            <a:r>
              <a:rPr b="0" lang="es-ES" sz="1400" spc="1" strike="noStrike">
                <a:solidFill>
                  <a:schemeClr val="dk1"/>
                </a:solidFill>
                <a:latin typeface="Calibri"/>
              </a:rPr>
              <a:t>W</a:t>
            </a:r>
            <a:r>
              <a:rPr b="0" lang="es-ES" sz="1400" spc="-66" strike="noStrike">
                <a:solidFill>
                  <a:schemeClr val="dk1"/>
                </a:solidFill>
                <a:latin typeface="Calibri"/>
              </a:rPr>
              <a:t> </a:t>
            </a:r>
            <a:r>
              <a:rPr b="0" lang="es-ES" sz="1400" spc="-7" strike="noStrike">
                <a:solidFill>
                  <a:schemeClr val="dk1"/>
                </a:solidFill>
                <a:latin typeface="Calibri"/>
              </a:rPr>
              <a:t>(width)</a:t>
            </a:r>
            <a:endParaRPr b="0" lang="es-ES" sz="1400" spc="-1" strike="noStrike">
              <a:solidFill>
                <a:srgbClr val="000000"/>
              </a:solidFill>
              <a:latin typeface="Arial"/>
            </a:endParaRPr>
          </a:p>
        </p:txBody>
      </p:sp>
      <p:sp>
        <p:nvSpPr>
          <p:cNvPr id="60" name="object 73"/>
          <p:cNvSpPr/>
          <p:nvPr/>
        </p:nvSpPr>
        <p:spPr>
          <a:xfrm>
            <a:off x="1984680" y="3983760"/>
            <a:ext cx="1758240" cy="604080"/>
          </a:xfrm>
          <a:prstGeom prst="rect">
            <a:avLst/>
          </a:prstGeom>
          <a:solidFill>
            <a:srgbClr val="ccb657"/>
          </a:solidFill>
          <a:ln w="0">
            <a:noFill/>
          </a:ln>
        </p:spPr>
        <p:style>
          <a:lnRef idx="0"/>
          <a:fillRef idx="0"/>
          <a:effectRef idx="0"/>
          <a:fontRef idx="minor"/>
        </p:style>
        <p:txBody>
          <a:bodyPr lIns="0" rIns="0" tIns="2520" bIns="0" anchor="t">
            <a:spAutoFit/>
          </a:bodyPr>
          <a:p>
            <a:pPr defTabSz="914400">
              <a:lnSpc>
                <a:spcPct val="100000"/>
              </a:lnSpc>
              <a:spcBef>
                <a:spcPts val="20"/>
              </a:spcBef>
            </a:pPr>
            <a:endParaRPr b="0" lang="es-ES" sz="2350" spc="-1" strike="noStrike">
              <a:solidFill>
                <a:srgbClr val="000000"/>
              </a:solidFill>
              <a:latin typeface="Arial"/>
            </a:endParaRPr>
          </a:p>
          <a:p>
            <a:pPr marL="18360" algn="ctr" defTabSz="914400">
              <a:lnSpc>
                <a:spcPct val="100000"/>
              </a:lnSpc>
            </a:pPr>
            <a:r>
              <a:rPr b="1" lang="es-ES" sz="1600" spc="-12" strike="noStrike">
                <a:solidFill>
                  <a:schemeClr val="dk1"/>
                </a:solidFill>
                <a:latin typeface="Calibri"/>
              </a:rPr>
              <a:t>Core</a:t>
            </a:r>
            <a:endParaRPr b="0" lang="es-ES" sz="1600" spc="-1" strike="noStrike">
              <a:solidFill>
                <a:srgbClr val="000000"/>
              </a:solidFill>
              <a:latin typeface="Arial"/>
            </a:endParaRPr>
          </a:p>
        </p:txBody>
      </p:sp>
      <p:sp>
        <p:nvSpPr>
          <p:cNvPr id="61" name="object 74"/>
          <p:cNvSpPr/>
          <p:nvPr/>
        </p:nvSpPr>
        <p:spPr>
          <a:xfrm>
            <a:off x="3984120" y="4338360"/>
            <a:ext cx="740160" cy="499320"/>
          </a:xfrm>
          <a:prstGeom prst="rect">
            <a:avLst/>
          </a:prstGeom>
          <a:noFill/>
          <a:ln w="0">
            <a:noFill/>
          </a:ln>
        </p:spPr>
        <p:style>
          <a:lnRef idx="0"/>
          <a:fillRef idx="0"/>
          <a:effectRef idx="0"/>
          <a:fontRef idx="minor"/>
        </p:style>
        <p:txBody>
          <a:bodyPr lIns="0" rIns="0" tIns="12240" bIns="0" anchor="t">
            <a:spAutoFit/>
          </a:bodyPr>
          <a:p>
            <a:pPr defTabSz="914400">
              <a:lnSpc>
                <a:spcPct val="100000"/>
              </a:lnSpc>
              <a:spcBef>
                <a:spcPts val="96"/>
              </a:spcBef>
            </a:pPr>
            <a:r>
              <a:rPr b="1" lang="es-ES" sz="1600" spc="-12" strike="noStrike">
                <a:solidFill>
                  <a:schemeClr val="dk1"/>
                </a:solidFill>
                <a:latin typeface="Calibri"/>
              </a:rPr>
              <a:t>Cladding</a:t>
            </a:r>
            <a:endParaRPr b="0" lang="es-ES" sz="1600" spc="-1" strike="noStrike">
              <a:solidFill>
                <a:srgbClr val="000000"/>
              </a:solidFill>
              <a:latin typeface="Arial"/>
            </a:endParaRPr>
          </a:p>
        </p:txBody>
      </p:sp>
      <p:sp>
        <p:nvSpPr>
          <p:cNvPr id="62" name="object 7"/>
          <p:cNvSpPr/>
          <p:nvPr/>
        </p:nvSpPr>
        <p:spPr>
          <a:xfrm>
            <a:off x="7391520" y="3422880"/>
            <a:ext cx="3928680" cy="1901880"/>
          </a:xfrm>
          <a:custGeom>
            <a:avLst/>
            <a:gdLst>
              <a:gd name="textAreaLeft" fmla="*/ 0 w 3928680"/>
              <a:gd name="textAreaRight" fmla="*/ 3929400 w 3928680"/>
              <a:gd name="textAreaTop" fmla="*/ 0 h 1901880"/>
              <a:gd name="textAreaBottom" fmla="*/ 1902600 h 1901880"/>
            </a:gdLst>
            <a:ahLst/>
            <a:rect l="textAreaLeft" t="textAreaTop" r="textAreaRight" b="textAreaBottom"/>
            <a:pathLst>
              <a:path w="3929379" h="1902460">
                <a:moveTo>
                  <a:pt x="0" y="1901952"/>
                </a:moveTo>
                <a:lnTo>
                  <a:pt x="3928872" y="1901952"/>
                </a:lnTo>
                <a:lnTo>
                  <a:pt x="3928872" y="0"/>
                </a:lnTo>
                <a:lnTo>
                  <a:pt x="0" y="0"/>
                </a:lnTo>
                <a:lnTo>
                  <a:pt x="0" y="1901952"/>
                </a:lnTo>
                <a:close/>
              </a:path>
            </a:pathLst>
          </a:custGeom>
          <a:solidFill>
            <a:srgbClr val="f1f1f1"/>
          </a:solidFill>
          <a:ln w="0">
            <a:noFill/>
          </a:ln>
        </p:spPr>
        <p:style>
          <a:lnRef idx="0"/>
          <a:fillRef idx="0"/>
          <a:effectRef idx="0"/>
          <a:fontRef idx="minor"/>
        </p:style>
        <p:txBody>
          <a:bodyPr lIns="0" rIns="0" tIns="0" bIns="0" anchor="t">
            <a:noAutofit/>
          </a:bodyPr>
          <a:p>
            <a:pPr defTabSz="914400">
              <a:lnSpc>
                <a:spcPct val="100000"/>
              </a:lnSpc>
            </a:pPr>
            <a:endParaRPr b="0" lang="es-ES" sz="1800" spc="-1" strike="noStrike">
              <a:solidFill>
                <a:schemeClr val="dk1"/>
              </a:solidFill>
              <a:latin typeface="Calibri"/>
            </a:endParaRPr>
          </a:p>
        </p:txBody>
      </p:sp>
      <p:sp>
        <p:nvSpPr>
          <p:cNvPr id="63" name="object 64"/>
          <p:cNvSpPr/>
          <p:nvPr/>
        </p:nvSpPr>
        <p:spPr>
          <a:xfrm>
            <a:off x="8473320" y="3773520"/>
            <a:ext cx="1757520" cy="75600"/>
          </a:xfrm>
          <a:custGeom>
            <a:avLst/>
            <a:gdLst>
              <a:gd name="textAreaLeft" fmla="*/ 0 w 1757520"/>
              <a:gd name="textAreaRight" fmla="*/ 1758240 w 1757520"/>
              <a:gd name="textAreaTop" fmla="*/ 0 h 75600"/>
              <a:gd name="textAreaBottom" fmla="*/ 76320 h 75600"/>
            </a:gdLst>
            <a:ahLst/>
            <a:rect l="textAreaLeft" t="textAreaTop" r="textAreaRight" b="textAreaBottom"/>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a:ln w="0">
            <a:noFill/>
          </a:ln>
        </p:spPr>
        <p:style>
          <a:lnRef idx="0"/>
          <a:fillRef idx="0"/>
          <a:effectRef idx="0"/>
          <a:fontRef idx="minor"/>
        </p:style>
        <p:txBody>
          <a:bodyPr lIns="0" rIns="0" tIns="0" bIns="0" anchor="t">
            <a:noAutofit/>
          </a:bodyPr>
          <a:p>
            <a:pPr defTabSz="914400">
              <a:lnSpc>
                <a:spcPct val="100000"/>
              </a:lnSpc>
            </a:pPr>
            <a:endParaRPr b="0" lang="es-ES" sz="1800" spc="-1" strike="noStrike">
              <a:solidFill>
                <a:schemeClr val="dk1"/>
              </a:solidFill>
              <a:latin typeface="Calibri"/>
            </a:endParaRPr>
          </a:p>
        </p:txBody>
      </p:sp>
      <p:sp>
        <p:nvSpPr>
          <p:cNvPr id="64" name="object 65"/>
          <p:cNvSpPr/>
          <p:nvPr/>
        </p:nvSpPr>
        <p:spPr>
          <a:xfrm>
            <a:off x="8993520" y="3532680"/>
            <a:ext cx="732600" cy="439920"/>
          </a:xfrm>
          <a:prstGeom prst="rect">
            <a:avLst/>
          </a:prstGeom>
          <a:noFill/>
          <a:ln w="0">
            <a:noFill/>
          </a:ln>
        </p:spPr>
        <p:style>
          <a:lnRef idx="0"/>
          <a:fillRef idx="0"/>
          <a:effectRef idx="0"/>
          <a:fontRef idx="minor"/>
        </p:style>
        <p:txBody>
          <a:bodyPr lIns="0" rIns="0" tIns="13320" bIns="0" anchor="t">
            <a:spAutoFit/>
          </a:bodyPr>
          <a:p>
            <a:pPr defTabSz="914400">
              <a:lnSpc>
                <a:spcPct val="100000"/>
              </a:lnSpc>
              <a:spcBef>
                <a:spcPts val="105"/>
              </a:spcBef>
            </a:pPr>
            <a:r>
              <a:rPr b="0" lang="es-ES" sz="1400" spc="1" strike="noStrike">
                <a:solidFill>
                  <a:schemeClr val="dk1"/>
                </a:solidFill>
                <a:latin typeface="Calibri"/>
              </a:rPr>
              <a:t>W</a:t>
            </a:r>
            <a:r>
              <a:rPr b="0" lang="es-ES" sz="1400" spc="-66" strike="noStrike">
                <a:solidFill>
                  <a:schemeClr val="dk1"/>
                </a:solidFill>
                <a:latin typeface="Calibri"/>
              </a:rPr>
              <a:t> </a:t>
            </a:r>
            <a:r>
              <a:rPr b="0" lang="es-ES" sz="1400" spc="-7" strike="noStrike">
                <a:solidFill>
                  <a:schemeClr val="dk1"/>
                </a:solidFill>
                <a:latin typeface="Calibri"/>
              </a:rPr>
              <a:t>(width)</a:t>
            </a:r>
            <a:endParaRPr b="0" lang="es-ES" sz="1400" spc="-1" strike="noStrike">
              <a:solidFill>
                <a:srgbClr val="000000"/>
              </a:solidFill>
              <a:latin typeface="Arial"/>
            </a:endParaRPr>
          </a:p>
        </p:txBody>
      </p:sp>
      <p:sp>
        <p:nvSpPr>
          <p:cNvPr id="65" name="object 73"/>
          <p:cNvSpPr/>
          <p:nvPr/>
        </p:nvSpPr>
        <p:spPr>
          <a:xfrm>
            <a:off x="8473320" y="3983760"/>
            <a:ext cx="1758240" cy="604080"/>
          </a:xfrm>
          <a:prstGeom prst="rect">
            <a:avLst/>
          </a:prstGeom>
          <a:solidFill>
            <a:srgbClr val="ccb657"/>
          </a:solidFill>
          <a:ln w="0">
            <a:noFill/>
          </a:ln>
        </p:spPr>
        <p:style>
          <a:lnRef idx="0"/>
          <a:fillRef idx="0"/>
          <a:effectRef idx="0"/>
          <a:fontRef idx="minor"/>
        </p:style>
        <p:txBody>
          <a:bodyPr lIns="0" rIns="0" tIns="2520" bIns="0" anchor="t">
            <a:spAutoFit/>
          </a:bodyPr>
          <a:p>
            <a:pPr defTabSz="914400">
              <a:lnSpc>
                <a:spcPct val="100000"/>
              </a:lnSpc>
              <a:spcBef>
                <a:spcPts val="20"/>
              </a:spcBef>
            </a:pPr>
            <a:endParaRPr b="0" lang="es-ES" sz="2350" spc="-1" strike="noStrike">
              <a:solidFill>
                <a:srgbClr val="000000"/>
              </a:solidFill>
              <a:latin typeface="Arial"/>
            </a:endParaRPr>
          </a:p>
          <a:p>
            <a:pPr marL="18360" algn="ctr" defTabSz="914400">
              <a:lnSpc>
                <a:spcPct val="100000"/>
              </a:lnSpc>
            </a:pPr>
            <a:r>
              <a:rPr b="1" lang="es-ES" sz="1600" spc="-12" strike="noStrike">
                <a:solidFill>
                  <a:schemeClr val="dk1"/>
                </a:solidFill>
                <a:latin typeface="Calibri"/>
              </a:rPr>
              <a:t>Core</a:t>
            </a:r>
            <a:endParaRPr b="0" lang="es-ES" sz="1600" spc="-1" strike="noStrike">
              <a:solidFill>
                <a:srgbClr val="000000"/>
              </a:solidFill>
              <a:latin typeface="Arial"/>
            </a:endParaRPr>
          </a:p>
        </p:txBody>
      </p:sp>
      <p:sp>
        <p:nvSpPr>
          <p:cNvPr id="66" name="object 74"/>
          <p:cNvSpPr/>
          <p:nvPr/>
        </p:nvSpPr>
        <p:spPr>
          <a:xfrm>
            <a:off x="10472760" y="4338360"/>
            <a:ext cx="740160" cy="499320"/>
          </a:xfrm>
          <a:prstGeom prst="rect">
            <a:avLst/>
          </a:prstGeom>
          <a:noFill/>
          <a:ln w="0">
            <a:noFill/>
          </a:ln>
        </p:spPr>
        <p:style>
          <a:lnRef idx="0"/>
          <a:fillRef idx="0"/>
          <a:effectRef idx="0"/>
          <a:fontRef idx="minor"/>
        </p:style>
        <p:txBody>
          <a:bodyPr lIns="0" rIns="0" tIns="12240" bIns="0" anchor="t">
            <a:spAutoFit/>
          </a:bodyPr>
          <a:p>
            <a:pPr defTabSz="914400">
              <a:lnSpc>
                <a:spcPct val="100000"/>
              </a:lnSpc>
              <a:spcBef>
                <a:spcPts val="96"/>
              </a:spcBef>
            </a:pPr>
            <a:r>
              <a:rPr b="1" lang="es-ES" sz="1600" spc="-12" strike="noStrike">
                <a:solidFill>
                  <a:schemeClr val="dk1"/>
                </a:solidFill>
                <a:latin typeface="Calibri"/>
              </a:rPr>
              <a:t>Cladding</a:t>
            </a:r>
            <a:endParaRPr b="0" lang="es-ES" sz="1600" spc="-1" strike="noStrike">
              <a:solidFill>
                <a:srgbClr val="000000"/>
              </a:solidFill>
              <a:latin typeface="Arial"/>
            </a:endParaRPr>
          </a:p>
        </p:txBody>
      </p:sp>
      <p:sp>
        <p:nvSpPr>
          <p:cNvPr id="67" name="object 73"/>
          <p:cNvSpPr/>
          <p:nvPr/>
        </p:nvSpPr>
        <p:spPr>
          <a:xfrm>
            <a:off x="7391520" y="4690800"/>
            <a:ext cx="3905280" cy="604080"/>
          </a:xfrm>
          <a:prstGeom prst="rect">
            <a:avLst/>
          </a:prstGeom>
          <a:solidFill>
            <a:srgbClr val="ccb657"/>
          </a:solidFill>
          <a:ln w="0">
            <a:noFill/>
          </a:ln>
        </p:spPr>
        <p:style>
          <a:lnRef idx="0"/>
          <a:fillRef idx="0"/>
          <a:effectRef idx="0"/>
          <a:fontRef idx="minor"/>
        </p:style>
        <p:txBody>
          <a:bodyPr lIns="0" rIns="0" tIns="2520" bIns="0" anchor="t">
            <a:spAutoFit/>
          </a:bodyPr>
          <a:p>
            <a:pPr defTabSz="914400">
              <a:lnSpc>
                <a:spcPct val="100000"/>
              </a:lnSpc>
              <a:spcBef>
                <a:spcPts val="20"/>
              </a:spcBef>
            </a:pPr>
            <a:endParaRPr b="0" lang="es-ES" sz="2350" spc="-1" strike="noStrike">
              <a:solidFill>
                <a:srgbClr val="000000"/>
              </a:solidFill>
              <a:latin typeface="Arial"/>
            </a:endParaRPr>
          </a:p>
          <a:p>
            <a:pPr marL="18360" defTabSz="914400">
              <a:lnSpc>
                <a:spcPct val="100000"/>
              </a:lnSpc>
            </a:pPr>
            <a:r>
              <a:rPr b="1" lang="es-ES" sz="1600" spc="-12" strike="noStrike">
                <a:solidFill>
                  <a:schemeClr val="dk1"/>
                </a:solidFill>
                <a:latin typeface="Calibri"/>
              </a:rPr>
              <a:t>Slab</a:t>
            </a:r>
            <a:endParaRPr b="0" lang="es-ES" sz="1600" spc="-1" strike="noStrike">
              <a:solidFill>
                <a:srgbClr val="000000"/>
              </a:solidFill>
              <a:latin typeface="Arial"/>
            </a:endParaRPr>
          </a:p>
        </p:txBody>
      </p:sp>
      <p:sp>
        <p:nvSpPr>
          <p:cNvPr id="68" name="object 62"/>
          <p:cNvSpPr/>
          <p:nvPr/>
        </p:nvSpPr>
        <p:spPr>
          <a:xfrm>
            <a:off x="8575920" y="3994200"/>
            <a:ext cx="55440" cy="694440"/>
          </a:xfrm>
          <a:custGeom>
            <a:avLst/>
            <a:gdLst>
              <a:gd name="textAreaLeft" fmla="*/ 0 w 55440"/>
              <a:gd name="textAreaRight" fmla="*/ 56160 w 55440"/>
              <a:gd name="textAreaTop" fmla="*/ 0 h 694440"/>
              <a:gd name="textAreaBottom" fmla="*/ 695160 h 694440"/>
            </a:gdLst>
            <a:ahLst/>
            <a:rect l="textAreaLeft" t="textAreaTop" r="textAreaRight" b="textAreaBottom"/>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a:ln w="0">
            <a:noFill/>
          </a:ln>
        </p:spPr>
        <p:style>
          <a:lnRef idx="0"/>
          <a:fillRef idx="0"/>
          <a:effectRef idx="0"/>
          <a:fontRef idx="minor"/>
        </p:style>
        <p:txBody>
          <a:bodyPr lIns="0" rIns="0" tIns="0" bIns="0" anchor="t">
            <a:noAutofit/>
          </a:bodyPr>
          <a:p>
            <a:pPr defTabSz="914400">
              <a:lnSpc>
                <a:spcPct val="100000"/>
              </a:lnSpc>
            </a:pPr>
            <a:endParaRPr b="0" lang="es-ES" sz="1800" spc="-1" strike="noStrike">
              <a:solidFill>
                <a:schemeClr val="dk1"/>
              </a:solidFill>
              <a:latin typeface="Calibri"/>
            </a:endParaRPr>
          </a:p>
        </p:txBody>
      </p:sp>
      <p:sp>
        <p:nvSpPr>
          <p:cNvPr id="69" name="object 62"/>
          <p:cNvSpPr/>
          <p:nvPr/>
        </p:nvSpPr>
        <p:spPr>
          <a:xfrm>
            <a:off x="8233200" y="4689360"/>
            <a:ext cx="54360" cy="612720"/>
          </a:xfrm>
          <a:custGeom>
            <a:avLst/>
            <a:gdLst>
              <a:gd name="textAreaLeft" fmla="*/ 0 w 54360"/>
              <a:gd name="textAreaRight" fmla="*/ 55080 w 54360"/>
              <a:gd name="textAreaTop" fmla="*/ 0 h 612720"/>
              <a:gd name="textAreaBottom" fmla="*/ 613440 h 612720"/>
            </a:gdLst>
            <a:ahLst/>
            <a:rect l="textAreaLeft" t="textAreaTop" r="textAreaRight" b="textAreaBottom"/>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a:ln w="0">
            <a:noFill/>
          </a:ln>
        </p:spPr>
        <p:style>
          <a:lnRef idx="0"/>
          <a:fillRef idx="0"/>
          <a:effectRef idx="0"/>
          <a:fontRef idx="minor"/>
        </p:style>
        <p:txBody>
          <a:bodyPr lIns="0" rIns="0" tIns="0" bIns="0" anchor="t">
            <a:noAutofit/>
          </a:bodyPr>
          <a:p>
            <a:pPr defTabSz="914400">
              <a:lnSpc>
                <a:spcPct val="100000"/>
              </a:lnSpc>
            </a:pPr>
            <a:endParaRPr b="0" lang="es-ES" sz="1800" spc="-1" strike="noStrike">
              <a:solidFill>
                <a:schemeClr val="dk1"/>
              </a:solidFill>
              <a:latin typeface="Calibri"/>
            </a:endParaRPr>
          </a:p>
        </p:txBody>
      </p:sp>
      <p:sp>
        <p:nvSpPr>
          <p:cNvPr id="70" name="object 63"/>
          <p:cNvSpPr/>
          <p:nvPr/>
        </p:nvSpPr>
        <p:spPr>
          <a:xfrm>
            <a:off x="8352000" y="4887000"/>
            <a:ext cx="673200" cy="226440"/>
          </a:xfrm>
          <a:prstGeom prst="rect">
            <a:avLst/>
          </a:prstGeom>
          <a:noFill/>
          <a:ln w="0">
            <a:noFill/>
          </a:ln>
        </p:spPr>
        <p:style>
          <a:lnRef idx="0"/>
          <a:fillRef idx="0"/>
          <a:effectRef idx="0"/>
          <a:fontRef idx="minor"/>
        </p:style>
        <p:txBody>
          <a:bodyPr lIns="0" rIns="0" tIns="13320" bIns="0" anchor="t">
            <a:spAutoFit/>
          </a:bodyPr>
          <a:p>
            <a:pPr defTabSz="914400">
              <a:lnSpc>
                <a:spcPct val="100000"/>
              </a:lnSpc>
              <a:spcBef>
                <a:spcPts val="105"/>
              </a:spcBef>
            </a:pPr>
            <a:r>
              <a:rPr b="0" lang="es-ES" sz="1400" spc="-1" strike="noStrike">
                <a:solidFill>
                  <a:schemeClr val="dk1"/>
                </a:solidFill>
                <a:latin typeface="Calibri"/>
              </a:rPr>
              <a:t>h_slab</a:t>
            </a:r>
            <a:endParaRPr b="0" lang="es-ES" sz="1400" spc="-1" strike="noStrike">
              <a:solidFill>
                <a:srgbClr val="000000"/>
              </a:solidFill>
              <a:latin typeface="Arial"/>
            </a:endParaRPr>
          </a:p>
        </p:txBody>
      </p:sp>
      <p:sp>
        <p:nvSpPr>
          <p:cNvPr id="71" name="object 63"/>
          <p:cNvSpPr/>
          <p:nvPr/>
        </p:nvSpPr>
        <p:spPr>
          <a:xfrm>
            <a:off x="8706240" y="3990240"/>
            <a:ext cx="1379520" cy="226440"/>
          </a:xfrm>
          <a:prstGeom prst="rect">
            <a:avLst/>
          </a:prstGeom>
          <a:noFill/>
          <a:ln w="0">
            <a:noFill/>
          </a:ln>
        </p:spPr>
        <p:style>
          <a:lnRef idx="0"/>
          <a:fillRef idx="0"/>
          <a:effectRef idx="0"/>
          <a:fontRef idx="minor"/>
        </p:style>
        <p:txBody>
          <a:bodyPr lIns="0" rIns="0" tIns="13320" bIns="0" anchor="t">
            <a:spAutoFit/>
          </a:bodyPr>
          <a:p>
            <a:pPr defTabSz="914400">
              <a:lnSpc>
                <a:spcPct val="100000"/>
              </a:lnSpc>
              <a:spcBef>
                <a:spcPts val="105"/>
              </a:spcBef>
            </a:pPr>
            <a:r>
              <a:rPr b="0" lang="es-ES" sz="1400" spc="-12" strike="noStrike">
                <a:solidFill>
                  <a:schemeClr val="dk1"/>
                </a:solidFill>
                <a:latin typeface="Calibri"/>
              </a:rPr>
              <a:t>h_core </a:t>
            </a:r>
            <a:endParaRPr b="0" lang="es-ES" sz="1400" spc="-1" strike="noStrike">
              <a:solidFill>
                <a:srgbClr val="000000"/>
              </a:solidFill>
              <a:latin typeface="Arial"/>
            </a:endParaRPr>
          </a:p>
        </p:txBody>
      </p:sp>
      <p:sp>
        <p:nvSpPr>
          <p:cNvPr id="72" name="CuadroTexto 1"/>
          <p:cNvSpPr/>
          <p:nvPr/>
        </p:nvSpPr>
        <p:spPr>
          <a:xfrm>
            <a:off x="9159120" y="5257080"/>
            <a:ext cx="2275200" cy="36396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r>
              <a:rPr b="1" lang="en-US" sz="1800" spc="-1" strike="noStrike">
                <a:solidFill>
                  <a:schemeClr val="dk1"/>
                </a:solidFill>
                <a:latin typeface="Calibri"/>
              </a:rPr>
              <a:t>shallow</a:t>
            </a:r>
            <a:r>
              <a:rPr b="0" lang="en-US" sz="1800" spc="-1" strike="noStrike">
                <a:solidFill>
                  <a:schemeClr val="dk1"/>
                </a:solidFill>
                <a:latin typeface="Calibri"/>
              </a:rPr>
              <a:t> waveguide</a:t>
            </a:r>
            <a:endParaRPr b="0" lang="es-ES" sz="1800" spc="-1" strike="noStrike">
              <a:solidFill>
                <a:srgbClr val="000000"/>
              </a:solidFill>
              <a:latin typeface="Arial"/>
            </a:endParaRPr>
          </a:p>
        </p:txBody>
      </p:sp>
      <p:sp>
        <p:nvSpPr>
          <p:cNvPr id="73" name="CuadroTexto 7"/>
          <p:cNvSpPr/>
          <p:nvPr/>
        </p:nvSpPr>
        <p:spPr>
          <a:xfrm>
            <a:off x="2970000" y="5257080"/>
            <a:ext cx="2156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1" lang="en-US" sz="1800" spc="-1" strike="noStrike">
                <a:solidFill>
                  <a:schemeClr val="dk1"/>
                </a:solidFill>
                <a:latin typeface="Calibri"/>
              </a:rPr>
              <a:t>deep</a:t>
            </a:r>
            <a:r>
              <a:rPr b="0" lang="en-US" sz="1800" spc="-1" strike="noStrike">
                <a:solidFill>
                  <a:schemeClr val="dk1"/>
                </a:solidFill>
                <a:latin typeface="Calibri"/>
              </a:rPr>
              <a:t> waveguide</a:t>
            </a:r>
            <a:endParaRPr b="0" lang="es-ES" sz="1800" spc="-1" strike="noStrike">
              <a:solidFill>
                <a:srgbClr val="000000"/>
              </a:solidFill>
              <a:latin typeface="Arial"/>
            </a:endParaRPr>
          </a:p>
        </p:txBody>
      </p:sp>
      <p:sp>
        <p:nvSpPr>
          <p:cNvPr id="4" name="PlaceHolder 3"/>
          <p:cNvSpPr>
            <a:spLocks noGrp="1"/>
          </p:cNvSpPr>
          <p:nvPr>
            <p:ph type="sldNum" idx="5"/>
          </p:nvPr>
        </p:nvSpPr>
        <p:spPr/>
        <p:txBody>
          <a:bodyPr/>
          <a:p>
            <a:fld id="{48477C36-DD81-40D4-B7B8-8A3A99A8ED05}" type="slidenum">
              <a:t>2</a:t>
            </a:fld>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 name="PlaceHolder 1"/>
          <p:cNvSpPr>
            <a:spLocks noGrp="1"/>
          </p:cNvSpPr>
          <p:nvPr>
            <p:ph type="title"/>
          </p:nvPr>
        </p:nvSpPr>
        <p:spPr>
          <a:xfrm>
            <a:off x="685800" y="408960"/>
            <a:ext cx="10993680" cy="1157400"/>
          </a:xfrm>
          <a:prstGeom prst="rect">
            <a:avLst/>
          </a:prstGeom>
          <a:noFill/>
          <a:ln w="0">
            <a:noFill/>
          </a:ln>
        </p:spPr>
        <p:txBody>
          <a:bodyPr lIns="0" rIns="0" tIns="12600" bIns="0" anchor="t">
            <a:noAutofit/>
          </a:bodyPr>
          <a:p>
            <a:pPr marL="12600" indent="0">
              <a:lnSpc>
                <a:spcPct val="100000"/>
              </a:lnSpc>
              <a:spcBef>
                <a:spcPts val="99"/>
              </a:spcBef>
              <a:buNone/>
              <a:tabLst>
                <a:tab algn="l" pos="0"/>
              </a:tabLst>
            </a:pPr>
            <a:r>
              <a:rPr b="1" lang="en-US" sz="2500" spc="-1" strike="noStrike">
                <a:solidFill>
                  <a:schemeClr val="dk1"/>
                </a:solidFill>
                <a:latin typeface="Calibri"/>
              </a:rPr>
              <a:t>Learning outcome #1 – Effective index of a waveguide</a:t>
            </a:r>
            <a:br>
              <a:rPr sz="2500"/>
            </a:br>
            <a:endParaRPr b="0" lang="es-ES" sz="2500" spc="-1" strike="noStrike">
              <a:solidFill>
                <a:srgbClr val="000000"/>
              </a:solidFill>
              <a:latin typeface="Arial"/>
            </a:endParaRPr>
          </a:p>
        </p:txBody>
      </p:sp>
      <p:pic>
        <p:nvPicPr>
          <p:cNvPr id="75" name="Gráfico 82" descr=""/>
          <p:cNvPicPr/>
          <p:nvPr/>
        </p:nvPicPr>
        <p:blipFill>
          <a:blip r:embed="rId1">
            <a:extLst>
              <a:ext uri="{96DAC541-7B7A-43D3-8B79-37D633B846F1}">
                <asvg:svgBlip xmlns:asvg="http://schemas.microsoft.com/office/drawing/2016/SVG/main" r:embed="rId2"/>
              </a:ext>
            </a:extLst>
          </a:blip>
          <a:stretch/>
        </p:blipFill>
        <p:spPr>
          <a:xfrm>
            <a:off x="5045040" y="6356160"/>
            <a:ext cx="6408720" cy="362520"/>
          </a:xfrm>
          <a:prstGeom prst="rect">
            <a:avLst/>
          </a:prstGeom>
          <a:ln w="0">
            <a:noFill/>
          </a:ln>
        </p:spPr>
      </p:pic>
      <p:sp>
        <p:nvSpPr>
          <p:cNvPr id="76" name="PlaceHolder 2"/>
          <p:cNvSpPr>
            <a:spLocks noGrp="1"/>
          </p:cNvSpPr>
          <p:nvPr>
            <p:ph type="ftr" idx="17"/>
          </p:nvPr>
        </p:nvSpPr>
        <p:spPr>
          <a:xfrm>
            <a:off x="609480" y="6456960"/>
            <a:ext cx="2742480" cy="183960"/>
          </a:xfrm>
          <a:prstGeom prst="rect">
            <a:avLst/>
          </a:prstGeom>
          <a:noFill/>
          <a:ln w="0">
            <a:noFill/>
          </a:ln>
        </p:spPr>
        <p:txBody>
          <a:bodyPr lIns="0" rIns="0" tIns="0" bIns="0" anchor="ctr">
            <a:noAutofit/>
          </a:bodyPr>
          <a:lstStyle>
            <a:lvl1pPr marL="12600" indent="0" defTabSz="914400">
              <a:lnSpc>
                <a:spcPct val="100000"/>
              </a:lnSpc>
              <a:spcBef>
                <a:spcPts val="14"/>
              </a:spcBef>
              <a:buNone/>
              <a:tabLst>
                <a:tab algn="l" pos="0"/>
              </a:tabLst>
              <a:defRPr b="0" lang="es-ES" sz="1200" spc="-7" strike="noStrike">
                <a:solidFill>
                  <a:srgbClr val="585858"/>
                </a:solidFill>
                <a:latin typeface="Arial"/>
              </a:defRPr>
            </a:lvl1pPr>
          </a:lstStyle>
          <a:p>
            <a:pPr marL="12600" indent="0" defTabSz="914400">
              <a:lnSpc>
                <a:spcPct val="100000"/>
              </a:lnSpc>
              <a:spcBef>
                <a:spcPts val="14"/>
              </a:spcBef>
              <a:buNone/>
              <a:tabLst>
                <a:tab algn="l" pos="0"/>
              </a:tabLst>
            </a:pPr>
            <a:r>
              <a:rPr b="0" lang="es-ES" sz="1200" spc="-7" strike="noStrike">
                <a:solidFill>
                  <a:srgbClr val="585858"/>
                </a:solidFill>
                <a:latin typeface="Arial"/>
              </a:rPr>
              <a:t>LAB 1.0 WAVEGUIDES</a:t>
            </a:r>
            <a:endParaRPr b="0" lang="es-ES" sz="1200" spc="-1" strike="noStrike">
              <a:solidFill>
                <a:srgbClr val="000000"/>
              </a:solidFill>
              <a:latin typeface="Times New Roman"/>
            </a:endParaRPr>
          </a:p>
        </p:txBody>
      </p:sp>
      <p:sp>
        <p:nvSpPr>
          <p:cNvPr id="77" name="Marcador de texto 2"/>
          <p:cNvSpPr/>
          <p:nvPr/>
        </p:nvSpPr>
        <p:spPr>
          <a:xfrm>
            <a:off x="608040" y="1295280"/>
            <a:ext cx="11048400" cy="4957560"/>
          </a:xfrm>
          <a:prstGeom prst="rect">
            <a:avLst/>
          </a:prstGeom>
          <a:noFill/>
          <a:ln w="0">
            <a:noFill/>
          </a:ln>
        </p:spPr>
        <p:style>
          <a:lnRef idx="0"/>
          <a:fillRef idx="0"/>
          <a:effectRef idx="0"/>
          <a:fontRef idx="minor"/>
        </p:style>
        <p:txBody>
          <a:bodyPr lIns="90000" rIns="90000" tIns="45000" bIns="45000" anchor="t">
            <a:normAutofit/>
          </a:bodyPr>
          <a:p>
            <a:pPr defTabSz="914400">
              <a:lnSpc>
                <a:spcPct val="100000"/>
              </a:lnSpc>
              <a:tabLst>
                <a:tab algn="l" pos="0"/>
              </a:tabLst>
            </a:pPr>
            <a:r>
              <a:rPr b="1" lang="en-US" sz="2000" spc="-1" strike="noStrike">
                <a:solidFill>
                  <a:schemeClr val="dk1"/>
                </a:solidFill>
                <a:latin typeface="Calibri"/>
              </a:rPr>
              <a:t>INSTRUCTOR:</a:t>
            </a:r>
            <a:endParaRPr b="0" lang="es-ES" sz="2000" spc="-1" strike="noStrike">
              <a:solidFill>
                <a:srgbClr val="000000"/>
              </a:solidFill>
              <a:latin typeface="Arial"/>
            </a:endParaRPr>
          </a:p>
          <a:p>
            <a:pPr marL="343080" indent="-343080" algn="just" defTabSz="914400">
              <a:lnSpc>
                <a:spcPct val="100000"/>
              </a:lnSpc>
              <a:buClr>
                <a:srgbClr val="000000"/>
              </a:buClr>
              <a:buFont typeface="Arial"/>
              <a:buChar char="•"/>
              <a:tabLst>
                <a:tab algn="l" pos="0"/>
              </a:tabLst>
            </a:pPr>
            <a:r>
              <a:rPr b="0" lang="en-US" sz="2000" spc="-1" strike="noStrike">
                <a:solidFill>
                  <a:schemeClr val="dk1"/>
                </a:solidFill>
                <a:latin typeface="Calibri"/>
              </a:rPr>
              <a:t>Present Python and GDSFactory: materials, output, results.</a:t>
            </a:r>
            <a:endParaRPr b="0" lang="es-ES" sz="2000" spc="-1" strike="noStrike">
              <a:solidFill>
                <a:srgbClr val="000000"/>
              </a:solidFill>
              <a:latin typeface="Arial"/>
            </a:endParaRPr>
          </a:p>
          <a:p>
            <a:pPr marL="343080" indent="-343080" algn="just" defTabSz="914400">
              <a:lnSpc>
                <a:spcPct val="100000"/>
              </a:lnSpc>
              <a:buClr>
                <a:srgbClr val="000000"/>
              </a:buClr>
              <a:buFont typeface="Arial"/>
              <a:buChar char="•"/>
              <a:tabLst>
                <a:tab algn="l" pos="0"/>
              </a:tabLst>
            </a:pPr>
            <a:r>
              <a:rPr b="0" lang="en-US" sz="2000" spc="-1" strike="noStrike">
                <a:solidFill>
                  <a:schemeClr val="dk1"/>
                </a:solidFill>
                <a:latin typeface="Calibri"/>
              </a:rPr>
              <a:t>Explain how to run a simulation for a particular cross-section. </a:t>
            </a:r>
            <a:endParaRPr b="0" lang="es-ES" sz="2000" spc="-1" strike="noStrike">
              <a:solidFill>
                <a:srgbClr val="000000"/>
              </a:solidFill>
              <a:latin typeface="Arial"/>
            </a:endParaRPr>
          </a:p>
          <a:p>
            <a:pPr marL="343080" indent="-343080" algn="just" defTabSz="914400">
              <a:lnSpc>
                <a:spcPct val="100000"/>
              </a:lnSpc>
              <a:buClr>
                <a:srgbClr val="000000"/>
              </a:buClr>
              <a:buFont typeface="Arial"/>
              <a:buChar char="•"/>
              <a:tabLst>
                <a:tab algn="l" pos="0"/>
              </a:tabLst>
            </a:pPr>
            <a:r>
              <a:rPr b="0" lang="en-US" sz="2000" spc="-1" strike="noStrike">
                <a:solidFill>
                  <a:schemeClr val="dk1"/>
                </a:solidFill>
                <a:latin typeface="Calibri"/>
              </a:rPr>
              <a:t>Showcase how to change between shallow and deep waveguide.</a:t>
            </a:r>
            <a:endParaRPr b="0" lang="es-ES" sz="2000" spc="-1" strike="noStrike">
              <a:solidFill>
                <a:srgbClr val="000000"/>
              </a:solidFill>
              <a:latin typeface="Arial"/>
            </a:endParaRPr>
          </a:p>
          <a:p>
            <a:pPr marL="343080" indent="-343080" algn="just" defTabSz="914400">
              <a:lnSpc>
                <a:spcPct val="100000"/>
              </a:lnSpc>
              <a:buClr>
                <a:srgbClr val="000000"/>
              </a:buClr>
              <a:buFont typeface="Arial"/>
              <a:buChar char="•"/>
              <a:tabLst>
                <a:tab algn="l" pos="0"/>
              </a:tabLst>
            </a:pPr>
            <a:r>
              <a:rPr b="0" lang="en-US" sz="2000" spc="-1" strike="noStrike">
                <a:solidFill>
                  <a:schemeClr val="dk1"/>
                </a:solidFill>
                <a:latin typeface="Calibri"/>
              </a:rPr>
              <a:t>Describe how to change the wavelength and width for the waveguide analysis.</a:t>
            </a:r>
            <a:endParaRPr b="0" lang="es-ES" sz="2000" spc="-1" strike="noStrike">
              <a:solidFill>
                <a:srgbClr val="000000"/>
              </a:solidFill>
              <a:latin typeface="Arial"/>
            </a:endParaRPr>
          </a:p>
          <a:p>
            <a:pPr marL="343080" indent="-343080" algn="just" defTabSz="914400">
              <a:lnSpc>
                <a:spcPct val="100000"/>
              </a:lnSpc>
              <a:buClr>
                <a:srgbClr val="000000"/>
              </a:buClr>
              <a:buFont typeface="Arial"/>
              <a:buChar char="•"/>
              <a:tabLst>
                <a:tab algn="l" pos="0"/>
              </a:tabLst>
            </a:pPr>
            <a:r>
              <a:rPr b="0" lang="en-US" sz="2000" spc="-1" strike="noStrike">
                <a:solidFill>
                  <a:schemeClr val="dk1"/>
                </a:solidFill>
                <a:latin typeface="Calibri"/>
              </a:rPr>
              <a:t>Describe the outputs.</a:t>
            </a:r>
            <a:endParaRPr b="0" lang="es-ES" sz="2000" spc="-1" strike="noStrike">
              <a:solidFill>
                <a:srgbClr val="000000"/>
              </a:solidFill>
              <a:latin typeface="Arial"/>
            </a:endParaRPr>
          </a:p>
          <a:p>
            <a:pPr algn="just" defTabSz="914400">
              <a:lnSpc>
                <a:spcPct val="100000"/>
              </a:lnSpc>
              <a:tabLst>
                <a:tab algn="l" pos="0"/>
              </a:tabLst>
            </a:pPr>
            <a:r>
              <a:rPr b="1" lang="en-US" sz="2000" spc="-1" strike="noStrike">
                <a:solidFill>
                  <a:schemeClr val="dk1"/>
                </a:solidFill>
                <a:latin typeface="Calibri"/>
              </a:rPr>
              <a:t>ALL EXAMPLE #1: </a:t>
            </a:r>
            <a:r>
              <a:rPr b="0" lang="en-US" sz="2000" spc="-1" strike="noStrike">
                <a:solidFill>
                  <a:schemeClr val="dk1"/>
                </a:solidFill>
                <a:latin typeface="Calibri"/>
              </a:rPr>
              <a:t>waveguide width 1.2 µm, deep wvg, wavelength start and end same 1.55 µm </a:t>
            </a:r>
            <a:r>
              <a:rPr b="0" lang="en-US" sz="2000" spc="-1" strike="noStrike">
                <a:solidFill>
                  <a:schemeClr val="dk1"/>
                </a:solidFill>
                <a:latin typeface="Wingdings"/>
              </a:rPr>
              <a:t></a:t>
            </a:r>
            <a:r>
              <a:rPr b="0" lang="en-US" sz="2000" spc="-1" strike="noStrike">
                <a:solidFill>
                  <a:schemeClr val="dk1"/>
                </a:solidFill>
                <a:latin typeface="Calibri"/>
              </a:rPr>
              <a:t> all ”Run”</a:t>
            </a:r>
            <a:endParaRPr b="0" lang="es-ES" sz="2000" spc="-1" strike="noStrike">
              <a:solidFill>
                <a:srgbClr val="000000"/>
              </a:solidFill>
              <a:latin typeface="Arial"/>
            </a:endParaRPr>
          </a:p>
          <a:p>
            <a:pPr algn="just" defTabSz="914400">
              <a:lnSpc>
                <a:spcPct val="100000"/>
              </a:lnSpc>
              <a:tabLst>
                <a:tab algn="l" pos="0"/>
              </a:tabLst>
            </a:pPr>
            <a:r>
              <a:rPr b="1" lang="en-US" sz="2000" spc="-1" strike="noStrike">
                <a:solidFill>
                  <a:schemeClr val="dk1"/>
                </a:solidFill>
                <a:latin typeface="Calibri"/>
              </a:rPr>
              <a:t>ALL: </a:t>
            </a:r>
            <a:r>
              <a:rPr b="0" lang="en-US" sz="2000" spc="-1" strike="noStrike">
                <a:solidFill>
                  <a:schemeClr val="dk1"/>
                </a:solidFill>
                <a:latin typeface="Calibri"/>
              </a:rPr>
              <a:t>Follow</a:t>
            </a:r>
            <a:r>
              <a:rPr b="1" lang="en-US" sz="2000" spc="-1" strike="noStrike">
                <a:solidFill>
                  <a:schemeClr val="dk1"/>
                </a:solidFill>
                <a:latin typeface="Calibri"/>
              </a:rPr>
              <a:t> </a:t>
            </a:r>
            <a:r>
              <a:rPr b="0" lang="en-US" sz="2000" spc="-1" strike="noStrike">
                <a:solidFill>
                  <a:schemeClr val="dk1"/>
                </a:solidFill>
                <a:latin typeface="Calibri"/>
              </a:rPr>
              <a:t>instructor, that will show how to 1) plot mode, 2) explore the results (neff …)</a:t>
            </a:r>
            <a:endParaRPr b="0" lang="es-ES" sz="2000" spc="-1" strike="noStrike">
              <a:solidFill>
                <a:srgbClr val="000000"/>
              </a:solidFill>
              <a:latin typeface="Arial"/>
            </a:endParaRPr>
          </a:p>
          <a:p>
            <a:pPr algn="just" defTabSz="914400">
              <a:lnSpc>
                <a:spcPct val="100000"/>
              </a:lnSpc>
              <a:tabLst>
                <a:tab algn="l" pos="0"/>
              </a:tabLst>
            </a:pPr>
            <a:endParaRPr b="0" lang="es-ES" sz="2000" spc="-1" strike="noStrike">
              <a:solidFill>
                <a:srgbClr val="000000"/>
              </a:solidFill>
              <a:latin typeface="Arial"/>
            </a:endParaRPr>
          </a:p>
          <a:p>
            <a:pPr algn="just" defTabSz="914400">
              <a:lnSpc>
                <a:spcPct val="100000"/>
              </a:lnSpc>
              <a:tabLst>
                <a:tab algn="l" pos="0"/>
              </a:tabLst>
            </a:pPr>
            <a:endParaRPr b="0" lang="es-ES" sz="2000" spc="-1" strike="noStrike">
              <a:solidFill>
                <a:srgbClr val="000000"/>
              </a:solidFill>
              <a:latin typeface="Arial"/>
            </a:endParaRPr>
          </a:p>
        </p:txBody>
      </p:sp>
      <p:sp>
        <p:nvSpPr>
          <p:cNvPr id="78" name="CuadroTexto 1"/>
          <p:cNvSpPr/>
          <p:nvPr/>
        </p:nvSpPr>
        <p:spPr>
          <a:xfrm>
            <a:off x="609480" y="4860360"/>
            <a:ext cx="11199240" cy="1186920"/>
          </a:xfrm>
          <a:prstGeom prst="rect">
            <a:avLst/>
          </a:prstGeom>
          <a:solidFill>
            <a:schemeClr val="bg1">
              <a:lumMod val="95000"/>
            </a:schemeClr>
          </a:solidFill>
          <a:ln w="28575">
            <a:solidFill>
              <a:srgbClr val="e0700d"/>
            </a:solidFill>
            <a:round/>
          </a:ln>
        </p:spPr>
        <p:style>
          <a:lnRef idx="0"/>
          <a:fillRef idx="0"/>
          <a:effectRef idx="0"/>
          <a:fontRef idx="minor"/>
        </p:style>
        <p:txBody>
          <a:bodyPr lIns="90000" rIns="90000" tIns="45000" bIns="45000" anchor="t">
            <a:spAutoFit/>
          </a:bodyPr>
          <a:p>
            <a:pPr algn="just" defTabSz="914400">
              <a:lnSpc>
                <a:spcPct val="100000"/>
              </a:lnSpc>
            </a:pPr>
            <a:r>
              <a:rPr b="0" lang="en-US" sz="1200" spc="-1" strike="noStrike">
                <a:solidFill>
                  <a:schemeClr val="dk1"/>
                </a:solidFill>
                <a:latin typeface="Arial"/>
              </a:rPr>
              <a:t>Document all your results (neff, plot fields of different modes, comparison between different polarizations…)</a:t>
            </a:r>
            <a:endParaRPr b="0" lang="es-ES" sz="1200" spc="-1" strike="noStrike">
              <a:solidFill>
                <a:srgbClr val="000000"/>
              </a:solidFill>
              <a:latin typeface="Arial"/>
            </a:endParaRPr>
          </a:p>
          <a:p>
            <a:pPr algn="just" defTabSz="914400">
              <a:lnSpc>
                <a:spcPct val="100000"/>
              </a:lnSpc>
            </a:pPr>
            <a:endParaRPr b="0" lang="es-ES" sz="1200" spc="-1" strike="noStrike">
              <a:solidFill>
                <a:srgbClr val="000000"/>
              </a:solidFill>
              <a:latin typeface="Arial"/>
            </a:endParaRPr>
          </a:p>
          <a:p>
            <a:pPr algn="just" defTabSz="914400">
              <a:lnSpc>
                <a:spcPct val="100000"/>
              </a:lnSpc>
            </a:pPr>
            <a:endParaRPr b="0" lang="es-ES" sz="1200" spc="-1" strike="noStrike">
              <a:solidFill>
                <a:srgbClr val="000000"/>
              </a:solidFill>
              <a:latin typeface="Arial"/>
            </a:endParaRPr>
          </a:p>
          <a:p>
            <a:pPr algn="just" defTabSz="914400">
              <a:lnSpc>
                <a:spcPct val="100000"/>
              </a:lnSpc>
            </a:pPr>
            <a:endParaRPr b="0" lang="es-ES" sz="1200" spc="-1" strike="noStrike">
              <a:solidFill>
                <a:srgbClr val="000000"/>
              </a:solidFill>
              <a:latin typeface="Arial"/>
            </a:endParaRPr>
          </a:p>
          <a:p>
            <a:pPr algn="just" defTabSz="914400">
              <a:lnSpc>
                <a:spcPct val="100000"/>
              </a:lnSpc>
            </a:pPr>
            <a:endParaRPr b="0" lang="es-ES" sz="1200" spc="-1" strike="noStrike">
              <a:solidFill>
                <a:srgbClr val="000000"/>
              </a:solidFill>
              <a:latin typeface="Arial"/>
            </a:endParaRPr>
          </a:p>
          <a:p>
            <a:pPr algn="just" defTabSz="914400">
              <a:lnSpc>
                <a:spcPct val="100000"/>
              </a:lnSpc>
            </a:pPr>
            <a:endParaRPr b="0" lang="es-ES" sz="1200" spc="-1" strike="noStrike">
              <a:solidFill>
                <a:srgbClr val="000000"/>
              </a:solidFill>
              <a:latin typeface="Arial"/>
            </a:endParaRPr>
          </a:p>
        </p:txBody>
      </p:sp>
      <p:sp>
        <p:nvSpPr>
          <p:cNvPr id="4" name="PlaceHolder 3"/>
          <p:cNvSpPr>
            <a:spLocks noGrp="1"/>
          </p:cNvSpPr>
          <p:nvPr>
            <p:ph type="sldNum" idx="5"/>
          </p:nvPr>
        </p:nvSpPr>
        <p:spPr/>
        <p:txBody>
          <a:bodyPr/>
          <a:p>
            <a:fld id="{521DBD8A-B841-49BA-8F78-F5667B703C40}" type="slidenum">
              <a:t>3</a:t>
            </a:fld>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 name="PlaceHolder 1"/>
          <p:cNvSpPr>
            <a:spLocks noGrp="1"/>
          </p:cNvSpPr>
          <p:nvPr>
            <p:ph type="title"/>
          </p:nvPr>
        </p:nvSpPr>
        <p:spPr>
          <a:xfrm>
            <a:off x="685800" y="408960"/>
            <a:ext cx="10993680" cy="1157400"/>
          </a:xfrm>
          <a:prstGeom prst="rect">
            <a:avLst/>
          </a:prstGeom>
          <a:noFill/>
          <a:ln w="0">
            <a:noFill/>
          </a:ln>
        </p:spPr>
        <p:txBody>
          <a:bodyPr lIns="0" rIns="0" tIns="12600" bIns="0" anchor="t">
            <a:noAutofit/>
          </a:bodyPr>
          <a:p>
            <a:pPr marL="12600" indent="0">
              <a:lnSpc>
                <a:spcPct val="100000"/>
              </a:lnSpc>
              <a:spcBef>
                <a:spcPts val="99"/>
              </a:spcBef>
              <a:buNone/>
              <a:tabLst>
                <a:tab algn="l" pos="0"/>
              </a:tabLst>
            </a:pPr>
            <a:r>
              <a:rPr b="1" lang="en-US" sz="2500" spc="-1" strike="noStrike">
                <a:solidFill>
                  <a:schemeClr val="dk1"/>
                </a:solidFill>
                <a:latin typeface="Calibri"/>
              </a:rPr>
              <a:t>Learning outcome #2 – Wavelength behavior</a:t>
            </a:r>
            <a:br>
              <a:rPr sz="2500"/>
            </a:br>
            <a:r>
              <a:rPr b="0" lang="en-US" sz="2000" spc="-1" strike="noStrike">
                <a:solidFill>
                  <a:schemeClr val="dk1"/>
                </a:solidFill>
                <a:latin typeface="Calibri"/>
              </a:rPr>
              <a:t>Wavelength 1.5-1.6 µm (step 0.01 µm) – width 1.2 µm</a:t>
            </a:r>
            <a:endParaRPr b="0" lang="es-ES" sz="2000" spc="-1" strike="noStrike">
              <a:solidFill>
                <a:srgbClr val="000000"/>
              </a:solidFill>
              <a:latin typeface="Arial"/>
            </a:endParaRPr>
          </a:p>
        </p:txBody>
      </p:sp>
      <p:pic>
        <p:nvPicPr>
          <p:cNvPr id="80" name="Gráfico 82" descr=""/>
          <p:cNvPicPr/>
          <p:nvPr/>
        </p:nvPicPr>
        <p:blipFill>
          <a:blip r:embed="rId1">
            <a:extLst>
              <a:ext uri="{96DAC541-7B7A-43D3-8B79-37D633B846F1}">
                <asvg:svgBlip xmlns:asvg="http://schemas.microsoft.com/office/drawing/2016/SVG/main" r:embed="rId2"/>
              </a:ext>
            </a:extLst>
          </a:blip>
          <a:stretch/>
        </p:blipFill>
        <p:spPr>
          <a:xfrm>
            <a:off x="5045040" y="6356160"/>
            <a:ext cx="6408720" cy="362520"/>
          </a:xfrm>
          <a:prstGeom prst="rect">
            <a:avLst/>
          </a:prstGeom>
          <a:ln w="0">
            <a:noFill/>
          </a:ln>
        </p:spPr>
      </p:pic>
      <p:sp>
        <p:nvSpPr>
          <p:cNvPr id="81" name="PlaceHolder 2"/>
          <p:cNvSpPr>
            <a:spLocks noGrp="1"/>
          </p:cNvSpPr>
          <p:nvPr>
            <p:ph type="ftr" idx="18"/>
          </p:nvPr>
        </p:nvSpPr>
        <p:spPr>
          <a:xfrm>
            <a:off x="609480" y="6456960"/>
            <a:ext cx="2742480" cy="183960"/>
          </a:xfrm>
          <a:prstGeom prst="rect">
            <a:avLst/>
          </a:prstGeom>
          <a:noFill/>
          <a:ln w="0">
            <a:noFill/>
          </a:ln>
        </p:spPr>
        <p:txBody>
          <a:bodyPr lIns="0" rIns="0" tIns="0" bIns="0" anchor="ctr">
            <a:noAutofit/>
          </a:bodyPr>
          <a:lstStyle>
            <a:lvl1pPr marL="12600" indent="0" defTabSz="914400">
              <a:lnSpc>
                <a:spcPct val="100000"/>
              </a:lnSpc>
              <a:spcBef>
                <a:spcPts val="14"/>
              </a:spcBef>
              <a:buNone/>
              <a:tabLst>
                <a:tab algn="l" pos="0"/>
              </a:tabLst>
              <a:defRPr b="0" lang="es-ES" sz="1200" spc="-7" strike="noStrike">
                <a:solidFill>
                  <a:srgbClr val="585858"/>
                </a:solidFill>
                <a:latin typeface="Arial"/>
              </a:defRPr>
            </a:lvl1pPr>
          </a:lstStyle>
          <a:p>
            <a:pPr marL="12600" indent="0" defTabSz="914400">
              <a:lnSpc>
                <a:spcPct val="100000"/>
              </a:lnSpc>
              <a:spcBef>
                <a:spcPts val="14"/>
              </a:spcBef>
              <a:buNone/>
              <a:tabLst>
                <a:tab algn="l" pos="0"/>
              </a:tabLst>
            </a:pPr>
            <a:r>
              <a:rPr b="0" lang="es-ES" sz="1200" spc="-7" strike="noStrike">
                <a:solidFill>
                  <a:srgbClr val="585858"/>
                </a:solidFill>
                <a:latin typeface="Arial"/>
              </a:rPr>
              <a:t>LAB 1.0 WAVEGUIDES</a:t>
            </a:r>
            <a:endParaRPr b="0" lang="es-ES" sz="1200" spc="-1" strike="noStrike">
              <a:solidFill>
                <a:srgbClr val="000000"/>
              </a:solidFill>
              <a:latin typeface="Times New Roman"/>
            </a:endParaRPr>
          </a:p>
        </p:txBody>
      </p:sp>
      <p:sp>
        <p:nvSpPr>
          <p:cNvPr id="82" name="CuadroTexto 1"/>
          <p:cNvSpPr/>
          <p:nvPr/>
        </p:nvSpPr>
        <p:spPr>
          <a:xfrm>
            <a:off x="609480" y="4860360"/>
            <a:ext cx="11199240" cy="789480"/>
          </a:xfrm>
          <a:prstGeom prst="rect">
            <a:avLst/>
          </a:prstGeom>
          <a:solidFill>
            <a:schemeClr val="bg1">
              <a:lumMod val="95000"/>
            </a:schemeClr>
          </a:solidFill>
          <a:ln w="28575">
            <a:solidFill>
              <a:srgbClr val="e0700d"/>
            </a:solidFill>
            <a:round/>
          </a:ln>
        </p:spPr>
        <p:style>
          <a:lnRef idx="0"/>
          <a:fillRef idx="0"/>
          <a:effectRef idx="0"/>
          <a:fontRef idx="minor"/>
        </p:style>
        <p:txBody>
          <a:bodyPr lIns="90000" rIns="90000" tIns="45000" bIns="45000" anchor="t">
            <a:spAutoFit/>
          </a:bodyPr>
          <a:p>
            <a:pPr algn="just" defTabSz="914400">
              <a:lnSpc>
                <a:spcPct val="100000"/>
              </a:lnSpc>
            </a:pPr>
            <a:r>
              <a:rPr b="0" lang="en-US" sz="1200" spc="-1" strike="noStrike">
                <a:solidFill>
                  <a:schemeClr val="dk1"/>
                </a:solidFill>
                <a:latin typeface="Arial"/>
              </a:rPr>
              <a:t>Comment results (neff changes this way with wavelength, comparison between different waveguide cross-sections …etc)</a:t>
            </a:r>
            <a:endParaRPr b="0" lang="es-ES" sz="1200" spc="-1" strike="noStrike">
              <a:solidFill>
                <a:srgbClr val="000000"/>
              </a:solidFill>
              <a:latin typeface="Arial"/>
            </a:endParaRPr>
          </a:p>
          <a:p>
            <a:pPr algn="just" defTabSz="914400">
              <a:lnSpc>
                <a:spcPct val="100000"/>
              </a:lnSpc>
              <a:spcBef>
                <a:spcPts val="1191"/>
              </a:spcBef>
              <a:spcAft>
                <a:spcPts val="992"/>
              </a:spcAft>
            </a:pPr>
            <a:r>
              <a:rPr b="0" lang="en-US" sz="1200" spc="-1" strike="noStrike">
                <a:solidFill>
                  <a:schemeClr val="dk1"/>
                </a:solidFill>
                <a:latin typeface="Arial"/>
              </a:rPr>
              <a:t>In both waveguides, neff decreases monotonically with wavelength due to normal dispersion. The shallow waveguide  shows higher neff for all modes and keeps them guided across the full range, while the deep waveguide fall bellow the SIO2 index and become unguided above ~ 1,54 um.</a:t>
            </a:r>
            <a:endParaRPr b="0" lang="es-ES" sz="1200" spc="-1" strike="noStrike">
              <a:solidFill>
                <a:srgbClr val="000000"/>
              </a:solidFill>
              <a:latin typeface="Arial"/>
            </a:endParaRPr>
          </a:p>
        </p:txBody>
      </p:sp>
      <p:sp>
        <p:nvSpPr>
          <p:cNvPr id="83" name="Rectángulo 4"/>
          <p:cNvSpPr/>
          <p:nvPr/>
        </p:nvSpPr>
        <p:spPr>
          <a:xfrm>
            <a:off x="609480" y="1418400"/>
            <a:ext cx="5331960" cy="3305160"/>
          </a:xfrm>
          <a:prstGeom prst="rect">
            <a:avLst/>
          </a:prstGeom>
          <a:noFill/>
          <a:ln w="28575">
            <a:solidFill>
              <a:srgbClr val="e0700d"/>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4" name="CuadroTexto 5"/>
          <p:cNvSpPr/>
          <p:nvPr/>
        </p:nvSpPr>
        <p:spPr>
          <a:xfrm>
            <a:off x="2138040" y="2671200"/>
            <a:ext cx="2275200" cy="9126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r>
              <a:rPr b="1" lang="en-US" sz="1800" spc="-1" strike="noStrike">
                <a:solidFill>
                  <a:schemeClr val="dk1"/>
                </a:solidFill>
                <a:latin typeface="Calibri"/>
              </a:rPr>
              <a:t>shallow</a:t>
            </a:r>
            <a:r>
              <a:rPr b="0" lang="en-US" sz="1800" spc="-1" strike="noStrike">
                <a:solidFill>
                  <a:schemeClr val="dk1"/>
                </a:solidFill>
                <a:latin typeface="Calibri"/>
              </a:rPr>
              <a:t> waveguide</a:t>
            </a:r>
            <a:endParaRPr b="0" lang="es-ES" sz="1800" spc="-1" strike="noStrike">
              <a:solidFill>
                <a:srgbClr val="000000"/>
              </a:solidFill>
              <a:latin typeface="Arial"/>
            </a:endParaRPr>
          </a:p>
          <a:p>
            <a:pPr algn="ctr" defTabSz="914400">
              <a:lnSpc>
                <a:spcPct val="100000"/>
              </a:lnSpc>
            </a:pPr>
            <a:endParaRPr b="0" lang="es-ES" sz="1800" spc="-1" strike="noStrike">
              <a:solidFill>
                <a:srgbClr val="000000"/>
              </a:solidFill>
              <a:latin typeface="Arial"/>
            </a:endParaRPr>
          </a:p>
          <a:p>
            <a:pPr algn="ctr" defTabSz="914400">
              <a:lnSpc>
                <a:spcPct val="100000"/>
              </a:lnSpc>
            </a:pPr>
            <a:r>
              <a:rPr b="0" lang="en-US" sz="1800" spc="-1" strike="noStrike">
                <a:solidFill>
                  <a:schemeClr val="dk1"/>
                </a:solidFill>
                <a:latin typeface="Calibri"/>
              </a:rPr>
              <a:t>Paste plot here</a:t>
            </a:r>
            <a:endParaRPr b="0" lang="es-ES" sz="1800" spc="-1" strike="noStrike">
              <a:solidFill>
                <a:srgbClr val="000000"/>
              </a:solidFill>
              <a:latin typeface="Arial"/>
            </a:endParaRPr>
          </a:p>
        </p:txBody>
      </p:sp>
      <p:sp>
        <p:nvSpPr>
          <p:cNvPr id="85" name="Rectángulo 6"/>
          <p:cNvSpPr/>
          <p:nvPr/>
        </p:nvSpPr>
        <p:spPr>
          <a:xfrm>
            <a:off x="6476760" y="1418400"/>
            <a:ext cx="5331960" cy="3305160"/>
          </a:xfrm>
          <a:prstGeom prst="rect">
            <a:avLst/>
          </a:prstGeom>
          <a:noFill/>
          <a:ln w="28575">
            <a:solidFill>
              <a:srgbClr val="e0700d"/>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6" name="CuadroTexto 7"/>
          <p:cNvSpPr/>
          <p:nvPr/>
        </p:nvSpPr>
        <p:spPr>
          <a:xfrm>
            <a:off x="8162640" y="2671200"/>
            <a:ext cx="1961280" cy="9126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r>
              <a:rPr b="1" lang="en-US" sz="1800" spc="-1" strike="noStrike">
                <a:solidFill>
                  <a:schemeClr val="dk1"/>
                </a:solidFill>
                <a:latin typeface="Calibri"/>
              </a:rPr>
              <a:t>deep</a:t>
            </a:r>
            <a:r>
              <a:rPr b="0" lang="en-US" sz="1800" spc="-1" strike="noStrike">
                <a:solidFill>
                  <a:schemeClr val="dk1"/>
                </a:solidFill>
                <a:latin typeface="Calibri"/>
              </a:rPr>
              <a:t> waveguide</a:t>
            </a:r>
            <a:endParaRPr b="0" lang="es-ES" sz="1800" spc="-1" strike="noStrike">
              <a:solidFill>
                <a:srgbClr val="000000"/>
              </a:solidFill>
              <a:latin typeface="Arial"/>
            </a:endParaRPr>
          </a:p>
          <a:p>
            <a:pPr algn="ctr" defTabSz="914400">
              <a:lnSpc>
                <a:spcPct val="100000"/>
              </a:lnSpc>
            </a:pPr>
            <a:endParaRPr b="0" lang="es-ES" sz="1800" spc="-1" strike="noStrike">
              <a:solidFill>
                <a:srgbClr val="000000"/>
              </a:solidFill>
              <a:latin typeface="Arial"/>
            </a:endParaRPr>
          </a:p>
          <a:p>
            <a:pPr algn="ctr" defTabSz="914400">
              <a:lnSpc>
                <a:spcPct val="100000"/>
              </a:lnSpc>
            </a:pPr>
            <a:r>
              <a:rPr b="0" lang="en-US" sz="1800" spc="-1" strike="noStrike">
                <a:solidFill>
                  <a:schemeClr val="dk1"/>
                </a:solidFill>
                <a:latin typeface="Calibri"/>
              </a:rPr>
              <a:t>Paste plot here</a:t>
            </a:r>
            <a:endParaRPr b="0" lang="es-ES" sz="1800" spc="-1" strike="noStrike">
              <a:solidFill>
                <a:srgbClr val="000000"/>
              </a:solidFill>
              <a:latin typeface="Arial"/>
            </a:endParaRPr>
          </a:p>
        </p:txBody>
      </p:sp>
      <p:sp>
        <p:nvSpPr>
          <p:cNvPr id="87" name="CuadroTexto 8"/>
          <p:cNvSpPr/>
          <p:nvPr/>
        </p:nvSpPr>
        <p:spPr>
          <a:xfrm>
            <a:off x="642960" y="4402800"/>
            <a:ext cx="2269080" cy="3639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1800" spc="-1" strike="noStrike">
                <a:solidFill>
                  <a:schemeClr val="dk1"/>
                </a:solidFill>
                <a:latin typeface="Calibri"/>
              </a:rPr>
              <a:t>slab = 150nm</a:t>
            </a:r>
            <a:endParaRPr b="0" lang="es-ES" sz="1800" spc="-1" strike="noStrike">
              <a:solidFill>
                <a:srgbClr val="000000"/>
              </a:solidFill>
              <a:latin typeface="Arial"/>
            </a:endParaRPr>
          </a:p>
        </p:txBody>
      </p:sp>
      <p:pic>
        <p:nvPicPr>
          <p:cNvPr id="88" name="" descr=""/>
          <p:cNvPicPr/>
          <p:nvPr/>
        </p:nvPicPr>
        <p:blipFill>
          <a:blip r:embed="rId3"/>
          <a:stretch/>
        </p:blipFill>
        <p:spPr>
          <a:xfrm>
            <a:off x="6476760" y="1440000"/>
            <a:ext cx="5298120" cy="3081240"/>
          </a:xfrm>
          <a:prstGeom prst="rect">
            <a:avLst/>
          </a:prstGeom>
          <a:ln w="0">
            <a:noFill/>
          </a:ln>
        </p:spPr>
      </p:pic>
      <p:pic>
        <p:nvPicPr>
          <p:cNvPr id="89" name="" descr=""/>
          <p:cNvPicPr/>
          <p:nvPr/>
        </p:nvPicPr>
        <p:blipFill>
          <a:blip r:embed="rId4"/>
          <a:stretch/>
        </p:blipFill>
        <p:spPr>
          <a:xfrm>
            <a:off x="609480" y="1440000"/>
            <a:ext cx="5297760" cy="3081240"/>
          </a:xfrm>
          <a:prstGeom prst="rect">
            <a:avLst/>
          </a:prstGeom>
          <a:ln w="0">
            <a:noFill/>
          </a:ln>
        </p:spPr>
      </p:pic>
      <p:sp>
        <p:nvSpPr>
          <p:cNvPr id="4" name="PlaceHolder 3"/>
          <p:cNvSpPr>
            <a:spLocks noGrp="1"/>
          </p:cNvSpPr>
          <p:nvPr>
            <p:ph type="sldNum" idx="5"/>
          </p:nvPr>
        </p:nvSpPr>
        <p:spPr/>
        <p:txBody>
          <a:bodyPr/>
          <a:p>
            <a:fld id="{7811FFBC-9492-433D-A793-30BF4FCDB6DE}" type="slidenum">
              <a:t>4</a:t>
            </a:fld>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685800" y="408960"/>
            <a:ext cx="10993680" cy="1157400"/>
          </a:xfrm>
          <a:prstGeom prst="rect">
            <a:avLst/>
          </a:prstGeom>
          <a:noFill/>
          <a:ln w="0">
            <a:noFill/>
          </a:ln>
        </p:spPr>
        <p:txBody>
          <a:bodyPr lIns="0" rIns="0" tIns="12600" bIns="0" anchor="t">
            <a:noAutofit/>
          </a:bodyPr>
          <a:p>
            <a:pPr marL="12600" indent="0">
              <a:lnSpc>
                <a:spcPct val="100000"/>
              </a:lnSpc>
              <a:spcBef>
                <a:spcPts val="99"/>
              </a:spcBef>
              <a:buNone/>
              <a:tabLst>
                <a:tab algn="l" pos="0"/>
              </a:tabLst>
            </a:pPr>
            <a:r>
              <a:rPr b="1" lang="en-US" sz="2500" spc="-1" strike="noStrike">
                <a:solidFill>
                  <a:schemeClr val="dk1"/>
                </a:solidFill>
                <a:latin typeface="Calibri"/>
              </a:rPr>
              <a:t>Learning outcome #3 – Width dependence</a:t>
            </a:r>
            <a:br>
              <a:rPr sz="2500"/>
            </a:br>
            <a:r>
              <a:rPr b="0" lang="en-US" sz="2000" spc="-1" strike="noStrike">
                <a:solidFill>
                  <a:schemeClr val="dk1"/>
                </a:solidFill>
                <a:latin typeface="Calibri"/>
              </a:rPr>
              <a:t>Width 0.6 - 1.6 µm (step 0.1 µm) – Wavelength 1.55 µm </a:t>
            </a:r>
            <a:endParaRPr b="0" lang="es-ES" sz="2000" spc="-1" strike="noStrike">
              <a:solidFill>
                <a:srgbClr val="000000"/>
              </a:solidFill>
              <a:latin typeface="Arial"/>
            </a:endParaRPr>
          </a:p>
        </p:txBody>
      </p:sp>
      <p:pic>
        <p:nvPicPr>
          <p:cNvPr id="91" name="Gráfico 82" descr=""/>
          <p:cNvPicPr/>
          <p:nvPr/>
        </p:nvPicPr>
        <p:blipFill>
          <a:blip r:embed="rId1">
            <a:extLst>
              <a:ext uri="{96DAC541-7B7A-43D3-8B79-37D633B846F1}">
                <asvg:svgBlip xmlns:asvg="http://schemas.microsoft.com/office/drawing/2016/SVG/main" r:embed="rId2"/>
              </a:ext>
            </a:extLst>
          </a:blip>
          <a:stretch/>
        </p:blipFill>
        <p:spPr>
          <a:xfrm>
            <a:off x="5045040" y="6356160"/>
            <a:ext cx="6408720" cy="362520"/>
          </a:xfrm>
          <a:prstGeom prst="rect">
            <a:avLst/>
          </a:prstGeom>
          <a:ln w="0">
            <a:noFill/>
          </a:ln>
        </p:spPr>
      </p:pic>
      <p:sp>
        <p:nvSpPr>
          <p:cNvPr id="92" name="PlaceHolder 2"/>
          <p:cNvSpPr>
            <a:spLocks noGrp="1"/>
          </p:cNvSpPr>
          <p:nvPr>
            <p:ph type="ftr" idx="19"/>
          </p:nvPr>
        </p:nvSpPr>
        <p:spPr>
          <a:xfrm>
            <a:off x="609480" y="6456960"/>
            <a:ext cx="2742480" cy="183960"/>
          </a:xfrm>
          <a:prstGeom prst="rect">
            <a:avLst/>
          </a:prstGeom>
          <a:noFill/>
          <a:ln w="0">
            <a:noFill/>
          </a:ln>
        </p:spPr>
        <p:txBody>
          <a:bodyPr lIns="0" rIns="0" tIns="0" bIns="0" anchor="ctr">
            <a:noAutofit/>
          </a:bodyPr>
          <a:lstStyle>
            <a:lvl1pPr marL="12600" indent="0" defTabSz="914400">
              <a:lnSpc>
                <a:spcPct val="100000"/>
              </a:lnSpc>
              <a:spcBef>
                <a:spcPts val="14"/>
              </a:spcBef>
              <a:buNone/>
              <a:tabLst>
                <a:tab algn="l" pos="0"/>
              </a:tabLst>
              <a:defRPr b="0" lang="es-ES" sz="1200" spc="-7" strike="noStrike">
                <a:solidFill>
                  <a:srgbClr val="585858"/>
                </a:solidFill>
                <a:latin typeface="Arial"/>
              </a:defRPr>
            </a:lvl1pPr>
          </a:lstStyle>
          <a:p>
            <a:pPr marL="12600" indent="0" defTabSz="914400">
              <a:lnSpc>
                <a:spcPct val="100000"/>
              </a:lnSpc>
              <a:spcBef>
                <a:spcPts val="14"/>
              </a:spcBef>
              <a:buNone/>
              <a:tabLst>
                <a:tab algn="l" pos="0"/>
              </a:tabLst>
            </a:pPr>
            <a:r>
              <a:rPr b="0" lang="es-ES" sz="1200" spc="-7" strike="noStrike">
                <a:solidFill>
                  <a:srgbClr val="585858"/>
                </a:solidFill>
                <a:latin typeface="Arial"/>
              </a:rPr>
              <a:t>LAB 1.0 WAVEGUIDES</a:t>
            </a:r>
            <a:endParaRPr b="0" lang="es-ES" sz="1200" spc="-1" strike="noStrike">
              <a:solidFill>
                <a:srgbClr val="000000"/>
              </a:solidFill>
              <a:latin typeface="Times New Roman"/>
            </a:endParaRPr>
          </a:p>
        </p:txBody>
      </p:sp>
      <p:sp>
        <p:nvSpPr>
          <p:cNvPr id="93" name="CuadroTexto 1"/>
          <p:cNvSpPr/>
          <p:nvPr/>
        </p:nvSpPr>
        <p:spPr>
          <a:xfrm>
            <a:off x="609480" y="4860360"/>
            <a:ext cx="11199240" cy="1098360"/>
          </a:xfrm>
          <a:prstGeom prst="rect">
            <a:avLst/>
          </a:prstGeom>
          <a:solidFill>
            <a:schemeClr val="bg1">
              <a:lumMod val="95000"/>
            </a:schemeClr>
          </a:solidFill>
          <a:ln w="28575">
            <a:solidFill>
              <a:srgbClr val="e0700d"/>
            </a:solidFill>
            <a:round/>
          </a:ln>
        </p:spPr>
        <p:style>
          <a:lnRef idx="0"/>
          <a:fillRef idx="0"/>
          <a:effectRef idx="0"/>
          <a:fontRef idx="minor"/>
        </p:style>
        <p:txBody>
          <a:bodyPr lIns="90000" rIns="90000" tIns="45000" bIns="45000" anchor="t">
            <a:spAutoFit/>
          </a:bodyPr>
          <a:p>
            <a:pPr algn="just" defTabSz="914400">
              <a:lnSpc>
                <a:spcPct val="100000"/>
              </a:lnSpc>
            </a:pPr>
            <a:r>
              <a:rPr b="0" lang="en-US" sz="1200" spc="-1" strike="noStrike">
                <a:solidFill>
                  <a:schemeClr val="dk1"/>
                </a:solidFill>
                <a:latin typeface="Arial"/>
              </a:rPr>
              <a:t>Comment results (neff changes this way with width, polarization behavior, etc…) </a:t>
            </a:r>
            <a:endParaRPr b="0" lang="es-ES" sz="1200" spc="-1" strike="noStrike">
              <a:solidFill>
                <a:srgbClr val="000000"/>
              </a:solidFill>
              <a:latin typeface="Arial"/>
            </a:endParaRPr>
          </a:p>
          <a:p>
            <a:pPr algn="just" defTabSz="914400">
              <a:lnSpc>
                <a:spcPct val="100000"/>
              </a:lnSpc>
              <a:spcBef>
                <a:spcPts val="1191"/>
              </a:spcBef>
              <a:spcAft>
                <a:spcPts val="992"/>
              </a:spcAft>
            </a:pPr>
            <a:r>
              <a:rPr b="0" lang="en-US" sz="1200" spc="-1" strike="noStrike">
                <a:solidFill>
                  <a:schemeClr val="dk1"/>
                </a:solidFill>
                <a:latin typeface="Arial"/>
              </a:rPr>
              <a:t>As the waveguide width increases, the effective index of each mode rises smoothly, indicating stronger confinement in the high‑index core, and the TE fraction shows how each mode gradually becomes more (or less) TE‑polarized across the width range.</a:t>
            </a:r>
            <a:endParaRPr b="0" lang="es-ES" sz="1200" spc="-1" strike="noStrike">
              <a:solidFill>
                <a:srgbClr val="000000"/>
              </a:solidFill>
              <a:latin typeface="Arial"/>
            </a:endParaRPr>
          </a:p>
          <a:p>
            <a:pPr algn="just" defTabSz="914400">
              <a:lnSpc>
                <a:spcPct val="100000"/>
              </a:lnSpc>
            </a:pPr>
            <a:endParaRPr b="0" lang="es-ES" sz="1200" spc="-1" strike="noStrike">
              <a:solidFill>
                <a:srgbClr val="000000"/>
              </a:solidFill>
              <a:latin typeface="Arial"/>
            </a:endParaRPr>
          </a:p>
        </p:txBody>
      </p:sp>
      <p:sp>
        <p:nvSpPr>
          <p:cNvPr id="94" name="Rectángulo 6"/>
          <p:cNvSpPr/>
          <p:nvPr/>
        </p:nvSpPr>
        <p:spPr>
          <a:xfrm>
            <a:off x="609480" y="1418400"/>
            <a:ext cx="11199240" cy="3305160"/>
          </a:xfrm>
          <a:prstGeom prst="rect">
            <a:avLst/>
          </a:prstGeom>
          <a:noFill/>
          <a:ln w="28575">
            <a:solidFill>
              <a:srgbClr val="e0700d"/>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95" name="CuadroTexto 7"/>
          <p:cNvSpPr/>
          <p:nvPr/>
        </p:nvSpPr>
        <p:spPr>
          <a:xfrm>
            <a:off x="2286000" y="2671200"/>
            <a:ext cx="7718040" cy="91260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1" lang="en-US" sz="1800" spc="-1" strike="noStrike">
                <a:solidFill>
                  <a:schemeClr val="dk1"/>
                </a:solidFill>
                <a:latin typeface="Calibri"/>
              </a:rPr>
              <a:t>deep</a:t>
            </a:r>
            <a:r>
              <a:rPr b="0" lang="en-US" sz="1800" spc="-1" strike="noStrike">
                <a:solidFill>
                  <a:schemeClr val="dk1"/>
                </a:solidFill>
                <a:latin typeface="Calibri"/>
              </a:rPr>
              <a:t> waveguide</a:t>
            </a:r>
            <a:endParaRPr b="0" lang="es-ES" sz="1800" spc="-1" strike="noStrike">
              <a:solidFill>
                <a:srgbClr val="000000"/>
              </a:solidFill>
              <a:latin typeface="Arial"/>
            </a:endParaRPr>
          </a:p>
          <a:p>
            <a:pPr algn="ctr" defTabSz="914400">
              <a:lnSpc>
                <a:spcPct val="100000"/>
              </a:lnSpc>
            </a:pPr>
            <a:endParaRPr b="0" lang="es-ES" sz="1800" spc="-1" strike="noStrike">
              <a:solidFill>
                <a:srgbClr val="000000"/>
              </a:solidFill>
              <a:latin typeface="Arial"/>
            </a:endParaRPr>
          </a:p>
          <a:p>
            <a:pPr algn="ctr" defTabSz="914400">
              <a:lnSpc>
                <a:spcPct val="100000"/>
              </a:lnSpc>
            </a:pPr>
            <a:r>
              <a:rPr b="0" lang="en-US" sz="1800" spc="-1" strike="noStrike">
                <a:solidFill>
                  <a:schemeClr val="dk1"/>
                </a:solidFill>
                <a:latin typeface="Calibri"/>
              </a:rPr>
              <a:t>Paste plot here</a:t>
            </a:r>
            <a:endParaRPr b="0" lang="es-ES" sz="1800" spc="-1" strike="noStrike">
              <a:solidFill>
                <a:srgbClr val="000000"/>
              </a:solidFill>
              <a:latin typeface="Arial"/>
            </a:endParaRPr>
          </a:p>
        </p:txBody>
      </p:sp>
      <p:pic>
        <p:nvPicPr>
          <p:cNvPr id="96" name="" descr=""/>
          <p:cNvPicPr/>
          <p:nvPr/>
        </p:nvPicPr>
        <p:blipFill>
          <a:blip r:embed="rId3"/>
          <a:stretch/>
        </p:blipFill>
        <p:spPr>
          <a:xfrm rot="21591600">
            <a:off x="3423240" y="1424520"/>
            <a:ext cx="5396040" cy="3138480"/>
          </a:xfrm>
          <a:prstGeom prst="rect">
            <a:avLst/>
          </a:prstGeom>
          <a:ln w="0">
            <a:noFill/>
          </a:ln>
        </p:spPr>
      </p:pic>
      <p:sp>
        <p:nvSpPr>
          <p:cNvPr id="4" name="PlaceHolder 3"/>
          <p:cNvSpPr>
            <a:spLocks noGrp="1"/>
          </p:cNvSpPr>
          <p:nvPr>
            <p:ph type="sldNum" idx="5"/>
          </p:nvPr>
        </p:nvSpPr>
        <p:spPr/>
        <p:txBody>
          <a:bodyPr/>
          <a:p>
            <a:fld id="{F56D5EF9-46D0-44D7-A590-8B6C46426D58}" type="slidenum">
              <a:t>5</a:t>
            </a:fld>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7" name="PlaceHolder 1"/>
          <p:cNvSpPr>
            <a:spLocks noGrp="1"/>
          </p:cNvSpPr>
          <p:nvPr>
            <p:ph type="title"/>
          </p:nvPr>
        </p:nvSpPr>
        <p:spPr>
          <a:xfrm>
            <a:off x="685800" y="408960"/>
            <a:ext cx="10993680" cy="1689120"/>
          </a:xfrm>
          <a:prstGeom prst="rect">
            <a:avLst/>
          </a:prstGeom>
          <a:noFill/>
          <a:ln w="0">
            <a:noFill/>
          </a:ln>
        </p:spPr>
        <p:txBody>
          <a:bodyPr lIns="0" rIns="0" tIns="12600" bIns="0" anchor="t">
            <a:noAutofit/>
          </a:bodyPr>
          <a:p>
            <a:pPr marL="12600" indent="0">
              <a:lnSpc>
                <a:spcPct val="100000"/>
              </a:lnSpc>
              <a:spcBef>
                <a:spcPts val="99"/>
              </a:spcBef>
              <a:buNone/>
              <a:tabLst>
                <a:tab algn="l" pos="0"/>
              </a:tabLst>
            </a:pPr>
            <a:r>
              <a:rPr b="1" lang="en-US" sz="2500" spc="-1" strike="noStrike">
                <a:solidFill>
                  <a:schemeClr val="dk1"/>
                </a:solidFill>
                <a:latin typeface="Calibri"/>
              </a:rPr>
              <a:t>Learning outcome #4 – Waveguide compact model</a:t>
            </a:r>
            <a:br>
              <a:rPr sz="2500"/>
            </a:br>
            <a:r>
              <a:rPr b="0" lang="en-US" sz="2000" spc="-1" strike="noStrike">
                <a:solidFill>
                  <a:schemeClr val="dk1"/>
                </a:solidFill>
                <a:latin typeface="Calibri"/>
              </a:rPr>
              <a:t>- Find the compact models of the following waveguides: </a:t>
            </a:r>
            <a:br>
              <a:rPr sz="2000"/>
            </a:br>
            <a:r>
              <a:rPr b="1" lang="en-US" sz="2000" spc="-1" strike="noStrike">
                <a:solidFill>
                  <a:schemeClr val="dk1"/>
                </a:solidFill>
                <a:latin typeface="Calibri"/>
              </a:rPr>
              <a:t>Deep</a:t>
            </a:r>
            <a:r>
              <a:rPr b="0" lang="en-US" sz="2000" spc="-1" strike="noStrike">
                <a:solidFill>
                  <a:schemeClr val="dk1"/>
                </a:solidFill>
                <a:latin typeface="Calibri"/>
              </a:rPr>
              <a:t> waveguide, h=300nm, w=1.2um   - </a:t>
            </a:r>
            <a:r>
              <a:rPr b="1" lang="en-US" sz="2000" spc="-1" strike="noStrike">
                <a:solidFill>
                  <a:schemeClr val="dk1"/>
                </a:solidFill>
                <a:latin typeface="Calibri"/>
              </a:rPr>
              <a:t>Shallow</a:t>
            </a:r>
            <a:r>
              <a:rPr b="0" lang="en-US" sz="2000" spc="-1" strike="noStrike">
                <a:solidFill>
                  <a:schemeClr val="dk1"/>
                </a:solidFill>
                <a:latin typeface="Calibri"/>
              </a:rPr>
              <a:t> waveguide, core h=300nm, slab h=150 nm, w = 1.2um </a:t>
            </a:r>
            <a:br>
              <a:rPr sz="2000"/>
            </a:br>
            <a:endParaRPr b="0" lang="es-ES" sz="2000" spc="-1" strike="noStrike">
              <a:solidFill>
                <a:srgbClr val="000000"/>
              </a:solidFill>
              <a:latin typeface="Arial"/>
            </a:endParaRPr>
          </a:p>
        </p:txBody>
      </p:sp>
      <p:pic>
        <p:nvPicPr>
          <p:cNvPr id="98" name="Gráfico 82" descr=""/>
          <p:cNvPicPr/>
          <p:nvPr/>
        </p:nvPicPr>
        <p:blipFill>
          <a:blip r:embed="rId1">
            <a:extLst>
              <a:ext uri="{96DAC541-7B7A-43D3-8B79-37D633B846F1}">
                <asvg:svgBlip xmlns:asvg="http://schemas.microsoft.com/office/drawing/2016/SVG/main" r:embed="rId2"/>
              </a:ext>
            </a:extLst>
          </a:blip>
          <a:stretch/>
        </p:blipFill>
        <p:spPr>
          <a:xfrm>
            <a:off x="5045040" y="6356160"/>
            <a:ext cx="6408720" cy="362520"/>
          </a:xfrm>
          <a:prstGeom prst="rect">
            <a:avLst/>
          </a:prstGeom>
          <a:ln w="0">
            <a:noFill/>
          </a:ln>
        </p:spPr>
      </p:pic>
      <p:sp>
        <p:nvSpPr>
          <p:cNvPr id="99" name="PlaceHolder 2"/>
          <p:cNvSpPr>
            <a:spLocks noGrp="1"/>
          </p:cNvSpPr>
          <p:nvPr>
            <p:ph type="ftr" idx="20"/>
          </p:nvPr>
        </p:nvSpPr>
        <p:spPr>
          <a:xfrm>
            <a:off x="609480" y="6456960"/>
            <a:ext cx="2742480" cy="183960"/>
          </a:xfrm>
          <a:prstGeom prst="rect">
            <a:avLst/>
          </a:prstGeom>
          <a:noFill/>
          <a:ln w="0">
            <a:noFill/>
          </a:ln>
        </p:spPr>
        <p:txBody>
          <a:bodyPr lIns="0" rIns="0" tIns="0" bIns="0" anchor="ctr">
            <a:noAutofit/>
          </a:bodyPr>
          <a:lstStyle>
            <a:lvl1pPr marL="12600" indent="0" defTabSz="914400">
              <a:lnSpc>
                <a:spcPct val="100000"/>
              </a:lnSpc>
              <a:spcBef>
                <a:spcPts val="14"/>
              </a:spcBef>
              <a:buNone/>
              <a:tabLst>
                <a:tab algn="l" pos="0"/>
              </a:tabLst>
              <a:defRPr b="0" lang="es-ES" sz="1200" spc="-7" strike="noStrike">
                <a:solidFill>
                  <a:srgbClr val="585858"/>
                </a:solidFill>
                <a:latin typeface="Arial"/>
              </a:defRPr>
            </a:lvl1pPr>
          </a:lstStyle>
          <a:p>
            <a:pPr marL="12600" indent="0" defTabSz="914400">
              <a:lnSpc>
                <a:spcPct val="100000"/>
              </a:lnSpc>
              <a:spcBef>
                <a:spcPts val="14"/>
              </a:spcBef>
              <a:buNone/>
              <a:tabLst>
                <a:tab algn="l" pos="0"/>
              </a:tabLst>
            </a:pPr>
            <a:r>
              <a:rPr b="0" lang="es-ES" sz="1200" spc="-7" strike="noStrike">
                <a:solidFill>
                  <a:srgbClr val="585858"/>
                </a:solidFill>
                <a:latin typeface="Arial"/>
              </a:rPr>
              <a:t>LAB 1.0 WAVEGUIDES</a:t>
            </a:r>
            <a:endParaRPr b="0" lang="es-ES" sz="1200" spc="-1" strike="noStrike">
              <a:solidFill>
                <a:srgbClr val="000000"/>
              </a:solidFill>
              <a:latin typeface="Times New Roman"/>
            </a:endParaRPr>
          </a:p>
        </p:txBody>
      </p:sp>
      <p:sp>
        <p:nvSpPr>
          <p:cNvPr id="100" name="CuadroTexto 1"/>
          <p:cNvSpPr/>
          <p:nvPr/>
        </p:nvSpPr>
        <p:spPr>
          <a:xfrm>
            <a:off x="609480" y="4860360"/>
            <a:ext cx="11197800" cy="1361160"/>
          </a:xfrm>
          <a:prstGeom prst="rect">
            <a:avLst/>
          </a:prstGeom>
          <a:noFill/>
          <a:ln w="28575">
            <a:solidFill>
              <a:srgbClr val="e0700d"/>
            </a:solidFill>
            <a:round/>
          </a:ln>
        </p:spPr>
        <p:style>
          <a:lnRef idx="0"/>
          <a:fillRef idx="0"/>
          <a:effectRef idx="0"/>
          <a:fontRef idx="minor"/>
        </p:style>
        <p:txBody>
          <a:bodyPr lIns="90000" rIns="90000" tIns="45000" bIns="45000" anchor="t">
            <a:noAutofit/>
          </a:bodyPr>
          <a:p>
            <a:pPr defTabSz="914400">
              <a:lnSpc>
                <a:spcPct val="100000"/>
              </a:lnSpc>
            </a:pPr>
            <a:r>
              <a:rPr b="0" lang="es-ES" sz="1800" spc="-1" strike="noStrike">
                <a:solidFill>
                  <a:srgbClr val="ffffff">
                    <a:alpha val="1000"/>
                  </a:srgbClr>
                </a:solidFill>
                <a:latin typeface="Calibri"/>
              </a:rPr>
              <a:t> </a:t>
            </a:r>
            <a:endParaRPr b="0" lang="es-ES" sz="1800" spc="-1" strike="noStrike">
              <a:solidFill>
                <a:srgbClr val="000000"/>
              </a:solidFill>
              <a:latin typeface="Arial"/>
            </a:endParaRPr>
          </a:p>
        </p:txBody>
      </p:sp>
      <p:sp>
        <p:nvSpPr>
          <p:cNvPr id="101" name="Rectángulo 4"/>
          <p:cNvSpPr/>
          <p:nvPr/>
        </p:nvSpPr>
        <p:spPr>
          <a:xfrm>
            <a:off x="609480" y="1447920"/>
            <a:ext cx="5485680" cy="3305160"/>
          </a:xfrm>
          <a:prstGeom prst="rect">
            <a:avLst/>
          </a:prstGeom>
          <a:noFill/>
          <a:ln w="28575">
            <a:solidFill>
              <a:srgbClr val="e0700d"/>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02" name="Rectángulo 5"/>
          <p:cNvSpPr/>
          <p:nvPr/>
        </p:nvSpPr>
        <p:spPr>
          <a:xfrm>
            <a:off x="6321600" y="1447920"/>
            <a:ext cx="5485680" cy="3305160"/>
          </a:xfrm>
          <a:prstGeom prst="rect">
            <a:avLst/>
          </a:prstGeom>
          <a:noFill/>
          <a:ln w="28575">
            <a:solidFill>
              <a:srgbClr val="e0700d"/>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03" name="CuadroTexto 8"/>
          <p:cNvSpPr/>
          <p:nvPr/>
        </p:nvSpPr>
        <p:spPr>
          <a:xfrm>
            <a:off x="609480" y="2709000"/>
            <a:ext cx="5485680" cy="119952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0" lang="es-ES" sz="1800" spc="-1" strike="noStrike">
                <a:solidFill>
                  <a:srgbClr val="ffffff">
                    <a:alpha val="1000"/>
                  </a:srgbClr>
                </a:solidFill>
                <a:latin typeface="Calibri"/>
              </a:rPr>
              <a:t> </a:t>
            </a:r>
            <a:endParaRPr b="0" lang="es-ES" sz="1800" spc="-1" strike="noStrike">
              <a:solidFill>
                <a:srgbClr val="000000"/>
              </a:solidFill>
              <a:latin typeface="Arial"/>
            </a:endParaRPr>
          </a:p>
        </p:txBody>
      </p:sp>
      <p:sp>
        <p:nvSpPr>
          <p:cNvPr id="104" name="CuadroTexto 9"/>
          <p:cNvSpPr/>
          <p:nvPr/>
        </p:nvSpPr>
        <p:spPr>
          <a:xfrm>
            <a:off x="6321600" y="2709000"/>
            <a:ext cx="5485680" cy="119952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0" lang="es-ES" sz="1800" spc="-1" strike="noStrike">
                <a:solidFill>
                  <a:srgbClr val="ffffff">
                    <a:alpha val="1000"/>
                  </a:srgbClr>
                </a:solidFill>
                <a:latin typeface="Calibri"/>
              </a:rPr>
              <a:t> </a:t>
            </a:r>
            <a:endParaRPr b="0" lang="es-ES" sz="1800" spc="-1" strike="noStrike">
              <a:solidFill>
                <a:srgbClr val="000000"/>
              </a:solidFill>
              <a:latin typeface="Arial"/>
            </a:endParaRPr>
          </a:p>
        </p:txBody>
      </p:sp>
      <p:sp>
        <p:nvSpPr>
          <p:cNvPr id="105" name="CuadroTexto 7"/>
          <p:cNvSpPr/>
          <p:nvPr/>
        </p:nvSpPr>
        <p:spPr>
          <a:xfrm>
            <a:off x="6347520" y="4498560"/>
            <a:ext cx="5485680" cy="272520"/>
          </a:xfrm>
          <a:prstGeom prst="rect">
            <a:avLst/>
          </a:prstGeom>
          <a:noFill/>
          <a:ln w="0">
            <a:noFill/>
          </a:ln>
        </p:spPr>
        <p:style>
          <a:lnRef idx="0"/>
          <a:fillRef idx="0"/>
          <a:effectRef idx="0"/>
          <a:fontRef idx="minor"/>
        </p:style>
        <p:txBody>
          <a:bodyPr lIns="90000" rIns="90000" tIns="45000" bIns="45000" anchor="t">
            <a:spAutoFit/>
          </a:bodyPr>
          <a:p>
            <a:pPr algn="r" defTabSz="914400">
              <a:lnSpc>
                <a:spcPct val="100000"/>
              </a:lnSpc>
            </a:pPr>
            <a:r>
              <a:rPr b="1" lang="en-US" sz="1200" spc="-1" strike="noStrike">
                <a:solidFill>
                  <a:schemeClr val="dk1"/>
                </a:solidFill>
                <a:latin typeface="Arial"/>
              </a:rPr>
              <a:t>slab: 150nm</a:t>
            </a:r>
            <a:endParaRPr b="0" lang="es-ES" sz="1200" spc="-1" strike="noStrike">
              <a:solidFill>
                <a:srgbClr val="000000"/>
              </a:solidFill>
              <a:latin typeface="Arial"/>
            </a:endParaRPr>
          </a:p>
        </p:txBody>
      </p:sp>
      <p:graphicFrame>
        <p:nvGraphicFramePr>
          <p:cNvPr id="106" name=""/>
          <p:cNvGraphicFramePr/>
          <p:nvPr/>
        </p:nvGraphicFramePr>
        <p:xfrm>
          <a:off x="1008360" y="2730240"/>
          <a:ext cx="5075280" cy="1464480"/>
        </p:xfrm>
        <a:graphic>
          <a:graphicData uri="http://schemas.openxmlformats.org/drawingml/2006/table">
            <a:tbl>
              <a:tblPr/>
              <a:tblGrid>
                <a:gridCol w="1691640"/>
                <a:gridCol w="1691640"/>
                <a:gridCol w="1692360"/>
              </a:tblGrid>
              <a:tr h="364680">
                <a:tc>
                  <a:txBody>
                    <a:bodyPr lIns="36000" rIns="36000" anchor="t">
                      <a:noAutofit/>
                    </a:bodyPr>
                    <a:p>
                      <a:pPr>
                        <a:lnSpc>
                          <a:spcPct val="100000"/>
                        </a:lnSpc>
                      </a:pPr>
                      <a:r>
                        <a:rPr b="0" lang="es-ES" sz="1800" spc="-1" strike="noStrike">
                          <a:solidFill>
                            <a:srgbClr val="000000"/>
                          </a:solidFill>
                          <a:latin typeface="Arial"/>
                        </a:rPr>
                        <a:t>Parameter</a:t>
                      </a:r>
                      <a:endParaRPr b="0" lang="es-E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s-ES" sz="1800" spc="-1" strike="noStrike">
                          <a:solidFill>
                            <a:srgbClr val="000000"/>
                          </a:solidFill>
                          <a:latin typeface="Arial"/>
                        </a:rPr>
                        <a:t>Deep </a:t>
                      </a:r>
                      <a:endParaRPr b="0" lang="es-E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s-ES" sz="1800" spc="-1" strike="noStrike">
                          <a:solidFill>
                            <a:srgbClr val="000000"/>
                          </a:solidFill>
                          <a:latin typeface="Arial"/>
                        </a:rPr>
                        <a:t>Shallow</a:t>
                      </a:r>
                      <a:endParaRPr b="0" lang="es-E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4680">
                <a:tc>
                  <a:txBody>
                    <a:bodyPr lIns="36000" rIns="36000" anchor="t">
                      <a:noAutofit/>
                    </a:bodyPr>
                    <a:p>
                      <a:pPr>
                        <a:lnSpc>
                          <a:spcPct val="100000"/>
                        </a:lnSpc>
                      </a:pPr>
                      <a:r>
                        <a:rPr b="0" lang="es-ES" sz="1800" spc="-1" strike="noStrike">
                          <a:solidFill>
                            <a:srgbClr val="000000"/>
                          </a:solidFill>
                          <a:latin typeface="Arial"/>
                        </a:rPr>
                        <a:t>n(λ0)</a:t>
                      </a:r>
                      <a:endParaRPr b="0" lang="es-E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endParaRPr b="0" lang="es-E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s-ES" sz="1800" spc="-1" strike="noStrike">
                          <a:solidFill>
                            <a:srgbClr val="000000"/>
                          </a:solidFill>
                          <a:latin typeface="Arial"/>
                        </a:rPr>
                        <a:t>1.624091</a:t>
                      </a:r>
                      <a:endParaRPr b="0" lang="es-E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4680">
                <a:tc>
                  <a:txBody>
                    <a:bodyPr lIns="36000" rIns="36000" anchor="t">
                      <a:noAutofit/>
                    </a:bodyPr>
                    <a:p>
                      <a:pPr>
                        <a:lnSpc>
                          <a:spcPct val="100000"/>
                        </a:lnSpc>
                      </a:pPr>
                      <a:r>
                        <a:rPr b="0" lang="es-ES" sz="1800" spc="-1" strike="noStrike">
                          <a:solidFill>
                            <a:srgbClr val="000000"/>
                          </a:solidFill>
                          <a:latin typeface="Arial"/>
                          <a:ea typeface="Noto Sans CJK SC"/>
                        </a:rPr>
                        <a:t>n(λg)</a:t>
                      </a:r>
                      <a:endParaRPr b="0" lang="es-E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s-ES" sz="1800" spc="-1" strike="noStrike">
                          <a:solidFill>
                            <a:srgbClr val="000000"/>
                          </a:solidFill>
                          <a:latin typeface="Arial"/>
                        </a:rPr>
                        <a:t>1.915762</a:t>
                      </a:r>
                      <a:endParaRPr b="0" lang="es-E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s-ES" sz="1800" spc="-1" strike="noStrike">
                          <a:solidFill>
                            <a:srgbClr val="000000"/>
                          </a:solidFill>
                          <a:latin typeface="Arial"/>
                        </a:rPr>
                        <a:t>1.915762</a:t>
                      </a:r>
                      <a:endParaRPr b="0" lang="es-E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4680">
                <a:tc>
                  <a:txBody>
                    <a:bodyPr lIns="36000" rIns="36000" anchor="t">
                      <a:noAutofit/>
                    </a:bodyPr>
                    <a:p>
                      <a:pPr>
                        <a:lnSpc>
                          <a:spcPct val="100000"/>
                        </a:lnSpc>
                      </a:pPr>
                      <a:r>
                        <a:rPr b="0" lang="es-ES" sz="1800" spc="-1" strike="noStrike">
                          <a:solidFill>
                            <a:srgbClr val="000000"/>
                          </a:solidFill>
                          <a:latin typeface="Arial"/>
                        </a:rPr>
                        <a:t>D(s²/m)</a:t>
                      </a:r>
                      <a:endParaRPr b="0" lang="es-E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s-ES" sz="1800" spc="-1" strike="noStrike">
                          <a:solidFill>
                            <a:srgbClr val="000000"/>
                          </a:solidFill>
                          <a:latin typeface="Arial"/>
                        </a:rPr>
                        <a:t>-9.895e-10</a:t>
                      </a:r>
                      <a:endParaRPr b="0" lang="es-E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s-ES" sz="1800" spc="-1" strike="noStrike">
                          <a:solidFill>
                            <a:srgbClr val="000000"/>
                          </a:solidFill>
                          <a:latin typeface="Arial"/>
                        </a:rPr>
                        <a:t>-9.895e-10</a:t>
                      </a:r>
                      <a:endParaRPr b="0" lang="es-E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bl>
          </a:graphicData>
        </a:graphic>
      </p:graphicFrame>
      <p:sp>
        <p:nvSpPr>
          <p:cNvPr id="107" name=""/>
          <p:cNvSpPr/>
          <p:nvPr/>
        </p:nvSpPr>
        <p:spPr>
          <a:xfrm>
            <a:off x="1620000" y="5040000"/>
            <a:ext cx="4679640" cy="10796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s-ES" sz="1800" spc="-1" strike="noStrike">
                <a:solidFill>
                  <a:srgbClr val="000000"/>
                </a:solidFill>
                <a:latin typeface="Arial"/>
              </a:rPr>
              <a:t>No entiendo muy bien qué hay que justificar aquí</a:t>
            </a:r>
            <a:endParaRPr b="0" lang="es-ES" sz="1800" spc="-1" strike="noStrike">
              <a:solidFill>
                <a:srgbClr val="000000"/>
              </a:solidFill>
              <a:latin typeface="Arial"/>
            </a:endParaRPr>
          </a:p>
        </p:txBody>
      </p:sp>
      <p:sp>
        <p:nvSpPr>
          <p:cNvPr id="4" name="PlaceHolder 3"/>
          <p:cNvSpPr>
            <a:spLocks noGrp="1"/>
          </p:cNvSpPr>
          <p:nvPr>
            <p:ph type="sldNum" idx="5"/>
          </p:nvPr>
        </p:nvSpPr>
        <p:spPr/>
        <p:txBody>
          <a:bodyPr/>
          <a:p>
            <a:fld id="{D583A6BB-6CFF-418E-A595-09FBFE5C42E8}" type="slidenum">
              <a:t>6</a:t>
            </a:fld>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8" name="PlaceHolder 1"/>
          <p:cNvSpPr>
            <a:spLocks noGrp="1"/>
          </p:cNvSpPr>
          <p:nvPr>
            <p:ph type="title"/>
          </p:nvPr>
        </p:nvSpPr>
        <p:spPr>
          <a:xfrm>
            <a:off x="685800" y="408960"/>
            <a:ext cx="10993680" cy="1157400"/>
          </a:xfrm>
          <a:prstGeom prst="rect">
            <a:avLst/>
          </a:prstGeom>
          <a:noFill/>
          <a:ln w="0">
            <a:noFill/>
          </a:ln>
        </p:spPr>
        <p:txBody>
          <a:bodyPr lIns="0" rIns="0" tIns="12600" bIns="0" anchor="t">
            <a:noAutofit/>
          </a:bodyPr>
          <a:p>
            <a:pPr marL="12600" indent="0">
              <a:lnSpc>
                <a:spcPct val="100000"/>
              </a:lnSpc>
              <a:spcBef>
                <a:spcPts val="99"/>
              </a:spcBef>
              <a:buNone/>
              <a:tabLst>
                <a:tab algn="l" pos="0"/>
              </a:tabLst>
            </a:pPr>
            <a:r>
              <a:rPr b="1" lang="en-US" sz="2500" spc="-1" strike="noStrike">
                <a:solidFill>
                  <a:schemeClr val="dk1"/>
                </a:solidFill>
                <a:latin typeface="Calibri"/>
                <a:ea typeface="Noto Sans CJK SC"/>
              </a:rPr>
              <a:t>Learning outcome #5 – Bend waveguide radius vs. loss – deep</a:t>
            </a:r>
            <a:br>
              <a:rPr sz="2500"/>
            </a:br>
            <a:r>
              <a:rPr b="0" lang="en-US" sz="2000" spc="-1" strike="noStrike">
                <a:solidFill>
                  <a:schemeClr val="dk1"/>
                </a:solidFill>
                <a:latin typeface="Calibri"/>
                <a:ea typeface="Noto Sans CJK SC"/>
              </a:rPr>
              <a:t>Find  neff_TE0 for wvl 1.55 µm, width 1.2 µm for R=25,50,75,100, 125,150 µm</a:t>
            </a:r>
            <a:br>
              <a:rPr sz="2000"/>
            </a:br>
            <a:endParaRPr b="0" lang="es-ES" sz="2000" spc="-1" strike="noStrike">
              <a:solidFill>
                <a:srgbClr val="000000"/>
              </a:solidFill>
              <a:latin typeface="Arial"/>
            </a:endParaRPr>
          </a:p>
        </p:txBody>
      </p:sp>
      <p:pic>
        <p:nvPicPr>
          <p:cNvPr id="109" name="Gráfico 82" descr=""/>
          <p:cNvPicPr/>
          <p:nvPr/>
        </p:nvPicPr>
        <p:blipFill>
          <a:blip r:embed="rId1">
            <a:extLst>
              <a:ext uri="{96DAC541-7B7A-43D3-8B79-37D633B846F1}">
                <asvg:svgBlip xmlns:asvg="http://schemas.microsoft.com/office/drawing/2016/SVG/main" r:embed="rId2"/>
              </a:ext>
            </a:extLst>
          </a:blip>
          <a:stretch/>
        </p:blipFill>
        <p:spPr>
          <a:xfrm>
            <a:off x="5045040" y="6356160"/>
            <a:ext cx="6408720" cy="362520"/>
          </a:xfrm>
          <a:prstGeom prst="rect">
            <a:avLst/>
          </a:prstGeom>
          <a:ln w="0">
            <a:noFill/>
          </a:ln>
        </p:spPr>
      </p:pic>
      <p:sp>
        <p:nvSpPr>
          <p:cNvPr id="110" name="PlaceHolder 2"/>
          <p:cNvSpPr>
            <a:spLocks noGrp="1"/>
          </p:cNvSpPr>
          <p:nvPr>
            <p:ph type="ftr" idx="21"/>
          </p:nvPr>
        </p:nvSpPr>
        <p:spPr>
          <a:xfrm>
            <a:off x="609480" y="6456960"/>
            <a:ext cx="2742480" cy="183960"/>
          </a:xfrm>
          <a:prstGeom prst="rect">
            <a:avLst/>
          </a:prstGeom>
          <a:noFill/>
          <a:ln w="0">
            <a:noFill/>
          </a:ln>
        </p:spPr>
        <p:txBody>
          <a:bodyPr lIns="0" rIns="0" tIns="0" bIns="0" anchor="ctr">
            <a:noAutofit/>
          </a:bodyPr>
          <a:lstStyle>
            <a:lvl1pPr marL="12600" indent="0" defTabSz="914400">
              <a:lnSpc>
                <a:spcPct val="100000"/>
              </a:lnSpc>
              <a:spcBef>
                <a:spcPts val="14"/>
              </a:spcBef>
              <a:buNone/>
              <a:tabLst>
                <a:tab algn="l" pos="0"/>
              </a:tabLst>
              <a:defRPr b="0" lang="es-ES" sz="1200" spc="-7" strike="noStrike">
                <a:solidFill>
                  <a:srgbClr val="585858"/>
                </a:solidFill>
                <a:latin typeface="Arial"/>
              </a:defRPr>
            </a:lvl1pPr>
          </a:lstStyle>
          <a:p>
            <a:pPr marL="12600" indent="0" defTabSz="914400">
              <a:lnSpc>
                <a:spcPct val="100000"/>
              </a:lnSpc>
              <a:spcBef>
                <a:spcPts val="14"/>
              </a:spcBef>
              <a:buNone/>
              <a:tabLst>
                <a:tab algn="l" pos="0"/>
              </a:tabLst>
            </a:pPr>
            <a:r>
              <a:rPr b="0" lang="es-ES" sz="1200" spc="-7" strike="noStrike">
                <a:solidFill>
                  <a:srgbClr val="585858"/>
                </a:solidFill>
                <a:latin typeface="Arial"/>
              </a:rPr>
              <a:t>LAB 1.0 WAVEGUIDES</a:t>
            </a:r>
            <a:endParaRPr b="0" lang="es-ES" sz="1200" spc="-1" strike="noStrike">
              <a:solidFill>
                <a:srgbClr val="000000"/>
              </a:solidFill>
              <a:latin typeface="Times New Roman"/>
            </a:endParaRPr>
          </a:p>
        </p:txBody>
      </p:sp>
      <p:sp>
        <p:nvSpPr>
          <p:cNvPr id="111" name="CuadroTexto 1"/>
          <p:cNvSpPr/>
          <p:nvPr/>
        </p:nvSpPr>
        <p:spPr>
          <a:xfrm>
            <a:off x="609480" y="4860360"/>
            <a:ext cx="11199240" cy="1186920"/>
          </a:xfrm>
          <a:prstGeom prst="rect">
            <a:avLst/>
          </a:prstGeom>
          <a:solidFill>
            <a:schemeClr val="bg1">
              <a:lumMod val="95000"/>
            </a:schemeClr>
          </a:solidFill>
          <a:ln w="28575">
            <a:solidFill>
              <a:srgbClr val="e0700d"/>
            </a:solidFill>
            <a:round/>
          </a:ln>
        </p:spPr>
        <p:style>
          <a:lnRef idx="0"/>
          <a:fillRef idx="0"/>
          <a:effectRef idx="0"/>
          <a:fontRef idx="minor"/>
        </p:style>
        <p:txBody>
          <a:bodyPr lIns="90000" rIns="90000" tIns="45000" bIns="45000" anchor="t">
            <a:spAutoFit/>
          </a:bodyPr>
          <a:p>
            <a:pPr algn="just" defTabSz="914400">
              <a:lnSpc>
                <a:spcPct val="100000"/>
              </a:lnSpc>
            </a:pPr>
            <a:r>
              <a:rPr b="0" lang="en-US" sz="1200" spc="-1" strike="noStrike">
                <a:solidFill>
                  <a:schemeClr val="dk1"/>
                </a:solidFill>
                <a:latin typeface="Arial"/>
              </a:rPr>
              <a:t>Comment results, which is the safe radius?, consider safe means less than 0.1 dB/90º.</a:t>
            </a:r>
            <a:endParaRPr b="0" lang="es-ES" sz="1200" spc="-1" strike="noStrike">
              <a:solidFill>
                <a:srgbClr val="000000"/>
              </a:solidFill>
              <a:latin typeface="Arial"/>
            </a:endParaRPr>
          </a:p>
          <a:p>
            <a:pPr algn="just" defTabSz="914400">
              <a:lnSpc>
                <a:spcPct val="100000"/>
              </a:lnSpc>
            </a:pPr>
            <a:endParaRPr b="0" lang="es-ES" sz="1200" spc="-1" strike="noStrike">
              <a:solidFill>
                <a:srgbClr val="000000"/>
              </a:solidFill>
              <a:latin typeface="Arial"/>
            </a:endParaRPr>
          </a:p>
          <a:p>
            <a:pPr algn="just" defTabSz="914400">
              <a:lnSpc>
                <a:spcPct val="100000"/>
              </a:lnSpc>
            </a:pPr>
            <a:endParaRPr b="0" lang="es-ES" sz="1200" spc="-1" strike="noStrike">
              <a:solidFill>
                <a:srgbClr val="000000"/>
              </a:solidFill>
              <a:latin typeface="Arial"/>
            </a:endParaRPr>
          </a:p>
          <a:p>
            <a:pPr algn="just" defTabSz="914400">
              <a:lnSpc>
                <a:spcPct val="100000"/>
              </a:lnSpc>
            </a:pPr>
            <a:endParaRPr b="0" lang="es-ES" sz="1200" spc="-1" strike="noStrike">
              <a:solidFill>
                <a:srgbClr val="000000"/>
              </a:solidFill>
              <a:latin typeface="Arial"/>
            </a:endParaRPr>
          </a:p>
          <a:p>
            <a:pPr algn="just" defTabSz="914400">
              <a:lnSpc>
                <a:spcPct val="100000"/>
              </a:lnSpc>
            </a:pPr>
            <a:endParaRPr b="0" lang="es-ES" sz="1200" spc="-1" strike="noStrike">
              <a:solidFill>
                <a:srgbClr val="000000"/>
              </a:solidFill>
              <a:latin typeface="Arial"/>
            </a:endParaRPr>
          </a:p>
          <a:p>
            <a:pPr algn="just" defTabSz="914400">
              <a:lnSpc>
                <a:spcPct val="100000"/>
              </a:lnSpc>
            </a:pPr>
            <a:endParaRPr b="0" lang="es-ES" sz="1200" spc="-1" strike="noStrike">
              <a:solidFill>
                <a:srgbClr val="000000"/>
              </a:solidFill>
              <a:latin typeface="Arial"/>
            </a:endParaRPr>
          </a:p>
        </p:txBody>
      </p:sp>
      <p:sp>
        <p:nvSpPr>
          <p:cNvPr id="112" name="Rectángulo 6"/>
          <p:cNvSpPr/>
          <p:nvPr/>
        </p:nvSpPr>
        <p:spPr>
          <a:xfrm>
            <a:off x="609480" y="1418400"/>
            <a:ext cx="11199240" cy="3305160"/>
          </a:xfrm>
          <a:prstGeom prst="rect">
            <a:avLst/>
          </a:prstGeom>
          <a:noFill/>
          <a:ln w="28575">
            <a:solidFill>
              <a:srgbClr val="e0700d"/>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13" name="CuadroTexto 7"/>
          <p:cNvSpPr/>
          <p:nvPr/>
        </p:nvSpPr>
        <p:spPr>
          <a:xfrm>
            <a:off x="2978280" y="2784240"/>
            <a:ext cx="6234840" cy="91260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1" lang="en-US" sz="1800" spc="-1" strike="noStrike">
                <a:solidFill>
                  <a:schemeClr val="dk1"/>
                </a:solidFill>
                <a:latin typeface="Calibri"/>
              </a:rPr>
              <a:t>deep</a:t>
            </a:r>
            <a:r>
              <a:rPr b="0" lang="en-US" sz="1800" spc="-1" strike="noStrike">
                <a:solidFill>
                  <a:schemeClr val="dk1"/>
                </a:solidFill>
                <a:latin typeface="Calibri"/>
              </a:rPr>
              <a:t> waveguide</a:t>
            </a:r>
            <a:endParaRPr b="0" lang="es-ES" sz="1800" spc="-1" strike="noStrike">
              <a:solidFill>
                <a:srgbClr val="000000"/>
              </a:solidFill>
              <a:latin typeface="Arial"/>
            </a:endParaRPr>
          </a:p>
          <a:p>
            <a:pPr algn="ctr" defTabSz="914400">
              <a:lnSpc>
                <a:spcPct val="100000"/>
              </a:lnSpc>
            </a:pPr>
            <a:endParaRPr b="0" lang="es-ES" sz="1800" spc="-1" strike="noStrike">
              <a:solidFill>
                <a:srgbClr val="000000"/>
              </a:solidFill>
              <a:latin typeface="Arial"/>
            </a:endParaRPr>
          </a:p>
          <a:p>
            <a:pPr algn="ctr" defTabSz="914400">
              <a:lnSpc>
                <a:spcPct val="100000"/>
              </a:lnSpc>
            </a:pPr>
            <a:r>
              <a:rPr b="0" lang="en-US" sz="1800" spc="-1" strike="noStrike">
                <a:solidFill>
                  <a:schemeClr val="dk1"/>
                </a:solidFill>
                <a:latin typeface="Calibri"/>
              </a:rPr>
              <a:t>Paste Total Loss (dB/90º) vs R &amp; neff_TE0 vs R</a:t>
            </a:r>
            <a:endParaRPr b="0" lang="es-ES" sz="1800" spc="-1" strike="noStrike">
              <a:solidFill>
                <a:srgbClr val="000000"/>
              </a:solidFill>
              <a:latin typeface="Arial"/>
            </a:endParaRPr>
          </a:p>
        </p:txBody>
      </p:sp>
      <p:sp>
        <p:nvSpPr>
          <p:cNvPr id="4" name="PlaceHolder 3"/>
          <p:cNvSpPr>
            <a:spLocks noGrp="1"/>
          </p:cNvSpPr>
          <p:nvPr>
            <p:ph type="sldNum" idx="5"/>
          </p:nvPr>
        </p:nvSpPr>
        <p:spPr/>
        <p:txBody>
          <a:bodyPr/>
          <a:p>
            <a:fld id="{4E3C2E29-CD6E-4140-AF24-9C2DA6DC0171}" type="slidenum">
              <a:t>7</a:t>
            </a:fld>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object 3"/>
          <p:cNvSpPr/>
          <p:nvPr/>
        </p:nvSpPr>
        <p:spPr>
          <a:xfrm>
            <a:off x="3945600" y="2636640"/>
            <a:ext cx="8245800" cy="1584360"/>
          </a:xfrm>
          <a:prstGeom prst="rect">
            <a:avLst/>
          </a:prstGeom>
          <a:blipFill rotWithShape="0">
            <a:blip r:embed="rId1"/>
            <a:srcRect/>
            <a:stretch/>
          </a:blipFill>
          <a:ln w="0">
            <a:noFill/>
          </a:ln>
        </p:spPr>
        <p:style>
          <a:lnRef idx="0"/>
          <a:fillRef idx="0"/>
          <a:effectRef idx="0"/>
          <a:fontRef idx="minor"/>
        </p:style>
        <p:txBody>
          <a:bodyPr lIns="0" rIns="0" tIns="0" bIns="0" anchor="t">
            <a:noAutofit/>
          </a:bodyPr>
          <a:p>
            <a:pPr defTabSz="914400">
              <a:lnSpc>
                <a:spcPct val="100000"/>
              </a:lnSpc>
            </a:pPr>
            <a:endParaRPr b="0" lang="es-ES" sz="1800" spc="-1" strike="noStrike">
              <a:solidFill>
                <a:schemeClr val="dk1"/>
              </a:solidFill>
              <a:latin typeface="Calibri"/>
            </a:endParaRPr>
          </a:p>
        </p:txBody>
      </p:sp>
      <p:sp>
        <p:nvSpPr>
          <p:cNvPr id="115" name="PlaceHolder 1"/>
          <p:cNvSpPr>
            <a:spLocks noGrp="1"/>
          </p:cNvSpPr>
          <p:nvPr>
            <p:ph type="title"/>
          </p:nvPr>
        </p:nvSpPr>
        <p:spPr>
          <a:xfrm>
            <a:off x="4513320" y="3165840"/>
            <a:ext cx="2232720" cy="1158120"/>
          </a:xfrm>
          <a:prstGeom prst="rect">
            <a:avLst/>
          </a:prstGeom>
          <a:noFill/>
          <a:ln w="0">
            <a:noFill/>
          </a:ln>
        </p:spPr>
        <p:txBody>
          <a:bodyPr lIns="0" rIns="0" tIns="13320" bIns="0" anchor="t">
            <a:noAutofit/>
          </a:bodyPr>
          <a:p>
            <a:pPr marL="12600" indent="0">
              <a:lnSpc>
                <a:spcPct val="100000"/>
              </a:lnSpc>
              <a:spcBef>
                <a:spcPts val="105"/>
              </a:spcBef>
              <a:buNone/>
              <a:tabLst>
                <a:tab algn="l" pos="0"/>
              </a:tabLst>
            </a:pPr>
            <a:r>
              <a:rPr b="1" lang="es-ES" sz="3200" spc="-7" strike="noStrike">
                <a:solidFill>
                  <a:srgbClr val="ffffff"/>
                </a:solidFill>
                <a:latin typeface="Lucida Sans"/>
              </a:rPr>
              <a:t>Thank</a:t>
            </a:r>
            <a:r>
              <a:rPr b="1" lang="es-ES" sz="3200" spc="-55" strike="noStrike">
                <a:solidFill>
                  <a:srgbClr val="ffffff"/>
                </a:solidFill>
                <a:latin typeface="Lucida Sans"/>
              </a:rPr>
              <a:t> </a:t>
            </a:r>
            <a:r>
              <a:rPr b="1" lang="es-ES" sz="3200" spc="-1" strike="noStrike">
                <a:solidFill>
                  <a:srgbClr val="ffffff"/>
                </a:solidFill>
                <a:latin typeface="Lucida Sans"/>
              </a:rPr>
              <a:t>you</a:t>
            </a:r>
            <a:endParaRPr b="0" lang="es-ES" sz="3200" spc="-1" strike="noStrike">
              <a:solidFill>
                <a:srgbClr val="000000"/>
              </a:solidFill>
              <a:latin typeface="Arial"/>
            </a:endParaRPr>
          </a:p>
        </p:txBody>
      </p:sp>
      <p:sp>
        <p:nvSpPr>
          <p:cNvPr id="3" name="PlaceHolder 2"/>
          <p:cNvSpPr>
            <a:spLocks noGrp="1"/>
          </p:cNvSpPr>
          <p:nvPr>
            <p:ph type="sldNum" idx="9"/>
          </p:nvPr>
        </p:nvSpPr>
        <p:spPr/>
        <p:txBody>
          <a:bodyPr/>
          <a:p>
            <a:fld id="{625AB435-C27B-40EE-BE6A-AF012FCE72A8}" type="slidenum">
              <a:t>8</a:t>
            </a:fld>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1044</TotalTime>
  <Application>LibreOffice/24.2.7.2$Linux_X86_64 LibreOffice_project/420$Build-2</Application>
  <AppVersion>15.0000</AppVersion>
  <Words>531</Words>
  <Paragraphs>99</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2025-01-27T02:46:57Z</dcterms:created>
  <dc:creator>Mª Ester Calataytud</dc:creator>
  <dc:description/>
  <dc:language>es-ES</dc:language>
  <cp:lastModifiedBy/>
  <dcterms:modified xsi:type="dcterms:W3CDTF">2026-02-19T15:24:14Z</dcterms:modified>
  <cp:revision>12</cp:revision>
  <dc:subject/>
  <dc:title>Presentación de PowerPoint</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y fmtid="{D5CDD505-2E9C-101B-9397-08002B2CF9AE}" pid="5" name="Notes">
    <vt:i4>5</vt:i4>
  </property>
  <property fmtid="{D5CDD505-2E9C-101B-9397-08002B2CF9AE}" pid="6" name="PresentationFormat">
    <vt:lpwstr>Panorámica</vt:lpwstr>
  </property>
  <property fmtid="{D5CDD505-2E9C-101B-9397-08002B2CF9AE}" pid="7" name="Slides">
    <vt:i4>8</vt:i4>
  </property>
</Properties>
</file>