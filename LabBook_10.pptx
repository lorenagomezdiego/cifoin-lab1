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_rels/presentation.xml.rels" ContentType="application/vnd.openxmlformats-package.relationships+xml"/>
  <Override PartName="/ppt/media/image13.png" ContentType="image/png"/>
  <Override PartName="/ppt/media/image4.svg" ContentType="image/svg"/>
  <Override PartName="/ppt/media/image7.png" ContentType="image/png"/>
  <Override PartName="/ppt/media/image11.png" ContentType="image/png"/>
  <Override PartName="/ppt/media/image2.png" ContentType="image/png"/>
  <Override PartName="/ppt/media/image14.png" ContentType="image/png"/>
  <Override PartName="/ppt/media/image5.png" ContentType="image/png"/>
  <Override PartName="/ppt/media/image6.png" ContentType="image/png"/>
  <Override PartName="/ppt/media/image10.png" ContentType="image/png"/>
  <Override PartName="/ppt/media/image1.png" ContentType="image/png"/>
  <Override PartName="/ppt/media/image8.png" ContentType="image/png"/>
  <Override PartName="/ppt/media/image12.png" ContentType="image/png"/>
  <Override PartName="/ppt/media/image3.png" ContentType="image/png"/>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92000" cy="6858000"/>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s-ES" sz="4400" spc="-1" strike="noStrike">
                <a:solidFill>
                  <a:srgbClr val="000000"/>
                </a:solidFill>
                <a:latin typeface="Arial"/>
              </a:rPr>
              <a:t>Pulse para desplazar la diapositiva</a:t>
            </a:r>
            <a:endParaRPr b="0" lang="es-ES" sz="4400" spc="-1" strike="noStrike">
              <a:solidFill>
                <a:srgbClr val="000000"/>
              </a:solidFill>
              <a:latin typeface="Arial"/>
            </a:endParaRPr>
          </a:p>
        </p:txBody>
      </p:sp>
      <p:sp>
        <p:nvSpPr>
          <p:cNvPr id="4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4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45"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46"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47"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D030ECEB-B496-48BB-9F38-36D3776D1265}"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4038480" y="857160"/>
            <a:ext cx="4114080" cy="2313720"/>
          </a:xfrm>
          <a:prstGeom prst="rect">
            <a:avLst/>
          </a:prstGeom>
          <a:ln w="0">
            <a:noFill/>
          </a:ln>
        </p:spPr>
      </p:sp>
      <p:sp>
        <p:nvSpPr>
          <p:cNvPr id="121" name="PlaceHolder 2"/>
          <p:cNvSpPr>
            <a:spLocks noGrp="1"/>
          </p:cNvSpPr>
          <p:nvPr>
            <p:ph type="body"/>
          </p:nvPr>
        </p:nvSpPr>
        <p:spPr>
          <a:xfrm>
            <a:off x="1219320" y="3300480"/>
            <a:ext cx="9752760" cy="269964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122" name="PlaceHolder 3"/>
          <p:cNvSpPr>
            <a:spLocks noGrp="1"/>
          </p:cNvSpPr>
          <p:nvPr>
            <p:ph type="sldNum" idx="22"/>
          </p:nvPr>
        </p:nvSpPr>
        <p:spPr>
          <a:xfrm>
            <a:off x="6905520" y="6513480"/>
            <a:ext cx="5282640" cy="3438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1200" spc="-1" strike="noStrike">
                <a:solidFill>
                  <a:srgbClr val="000000"/>
                </a:solidFill>
                <a:latin typeface="Times New Roman"/>
              </a:defRPr>
            </a:lvl1pPr>
          </a:lstStyle>
          <a:p>
            <a:pPr indent="0" algn="r">
              <a:lnSpc>
                <a:spcPct val="100000"/>
              </a:lnSpc>
              <a:buNone/>
              <a:tabLst>
                <a:tab algn="l" pos="0"/>
              </a:tabLst>
            </a:pPr>
            <a:fld id="{D71C87D2-4195-4B1B-8138-4D1AD5C38EE7}" type="slidenum">
              <a:rPr b="0" lang="es-ES" sz="1200" spc="-1" strike="noStrike">
                <a:solidFill>
                  <a:srgbClr val="000000"/>
                </a:solidFill>
                <a:latin typeface="Times New Roman"/>
              </a:rPr>
              <a:t>3</a:t>
            </a:fld>
            <a:endParaRPr b="0" lang="es-E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4038480" y="857160"/>
            <a:ext cx="4114080" cy="2313720"/>
          </a:xfrm>
          <a:prstGeom prst="rect">
            <a:avLst/>
          </a:prstGeom>
          <a:ln w="0">
            <a:noFill/>
          </a:ln>
        </p:spPr>
      </p:sp>
      <p:sp>
        <p:nvSpPr>
          <p:cNvPr id="124" name="PlaceHolder 2"/>
          <p:cNvSpPr>
            <a:spLocks noGrp="1"/>
          </p:cNvSpPr>
          <p:nvPr>
            <p:ph type="body"/>
          </p:nvPr>
        </p:nvSpPr>
        <p:spPr>
          <a:xfrm>
            <a:off x="1219320" y="3300480"/>
            <a:ext cx="9752760" cy="269964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125" name="PlaceHolder 3"/>
          <p:cNvSpPr>
            <a:spLocks noGrp="1"/>
          </p:cNvSpPr>
          <p:nvPr>
            <p:ph type="sldNum" idx="23"/>
          </p:nvPr>
        </p:nvSpPr>
        <p:spPr>
          <a:xfrm>
            <a:off x="6905520" y="6513480"/>
            <a:ext cx="5282640" cy="3438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1200" spc="-1" strike="noStrike">
                <a:solidFill>
                  <a:srgbClr val="000000"/>
                </a:solidFill>
                <a:latin typeface="Times New Roman"/>
              </a:defRPr>
            </a:lvl1pPr>
          </a:lstStyle>
          <a:p>
            <a:pPr indent="0" algn="r">
              <a:lnSpc>
                <a:spcPct val="100000"/>
              </a:lnSpc>
              <a:buNone/>
              <a:tabLst>
                <a:tab algn="l" pos="0"/>
              </a:tabLst>
            </a:pPr>
            <a:fld id="{51421D93-0AA9-4160-BDFD-3D0CAC4AE65F}" type="slidenum">
              <a:rPr b="0" lang="es-ES" sz="1200" spc="-1" strike="noStrike">
                <a:solidFill>
                  <a:srgbClr val="000000"/>
                </a:solidFill>
                <a:latin typeface="Times New Roman"/>
              </a:rPr>
              <a:t>3</a:t>
            </a:fld>
            <a:endParaRPr b="0" lang="es-E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4038480" y="857160"/>
            <a:ext cx="4114080" cy="2313720"/>
          </a:xfrm>
          <a:prstGeom prst="rect">
            <a:avLst/>
          </a:prstGeom>
          <a:ln w="0">
            <a:noFill/>
          </a:ln>
        </p:spPr>
      </p:sp>
      <p:sp>
        <p:nvSpPr>
          <p:cNvPr id="127" name="PlaceHolder 2"/>
          <p:cNvSpPr>
            <a:spLocks noGrp="1"/>
          </p:cNvSpPr>
          <p:nvPr>
            <p:ph type="body"/>
          </p:nvPr>
        </p:nvSpPr>
        <p:spPr>
          <a:xfrm>
            <a:off x="1219320" y="3300480"/>
            <a:ext cx="9752760" cy="269964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128" name="PlaceHolder 3"/>
          <p:cNvSpPr>
            <a:spLocks noGrp="1"/>
          </p:cNvSpPr>
          <p:nvPr>
            <p:ph type="sldNum" idx="24"/>
          </p:nvPr>
        </p:nvSpPr>
        <p:spPr>
          <a:xfrm>
            <a:off x="6905520" y="6513480"/>
            <a:ext cx="5282640" cy="3438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1200" spc="-1" strike="noStrike">
                <a:solidFill>
                  <a:srgbClr val="000000"/>
                </a:solidFill>
                <a:latin typeface="Times New Roman"/>
              </a:defRPr>
            </a:lvl1pPr>
          </a:lstStyle>
          <a:p>
            <a:pPr indent="0" algn="r">
              <a:lnSpc>
                <a:spcPct val="100000"/>
              </a:lnSpc>
              <a:buNone/>
              <a:tabLst>
                <a:tab algn="l" pos="0"/>
              </a:tabLst>
            </a:pPr>
            <a:fld id="{34E68CE7-9CB8-4F22-B1ED-6936573862D9}" type="slidenum">
              <a:rPr b="0" lang="es-ES" sz="1200" spc="-1" strike="noStrike">
                <a:solidFill>
                  <a:srgbClr val="000000"/>
                </a:solidFill>
                <a:latin typeface="Times New Roman"/>
              </a:rPr>
              <a:t>&lt;número&gt;</a:t>
            </a:fld>
            <a:endParaRPr b="0" lang="es-E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4038480" y="857160"/>
            <a:ext cx="4114080" cy="2313720"/>
          </a:xfrm>
          <a:prstGeom prst="rect">
            <a:avLst/>
          </a:prstGeom>
          <a:ln w="0">
            <a:noFill/>
          </a:ln>
        </p:spPr>
      </p:sp>
      <p:sp>
        <p:nvSpPr>
          <p:cNvPr id="130" name="PlaceHolder 2"/>
          <p:cNvSpPr>
            <a:spLocks noGrp="1"/>
          </p:cNvSpPr>
          <p:nvPr>
            <p:ph type="body"/>
          </p:nvPr>
        </p:nvSpPr>
        <p:spPr>
          <a:xfrm>
            <a:off x="1219320" y="3300480"/>
            <a:ext cx="9752760" cy="269964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131" name="PlaceHolder 3"/>
          <p:cNvSpPr>
            <a:spLocks noGrp="1"/>
          </p:cNvSpPr>
          <p:nvPr>
            <p:ph type="sldNum" idx="25"/>
          </p:nvPr>
        </p:nvSpPr>
        <p:spPr>
          <a:xfrm>
            <a:off x="6905520" y="6513480"/>
            <a:ext cx="5282640" cy="3438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1200" spc="-1" strike="noStrike">
                <a:solidFill>
                  <a:srgbClr val="000000"/>
                </a:solidFill>
                <a:latin typeface="Times New Roman"/>
              </a:defRPr>
            </a:lvl1pPr>
          </a:lstStyle>
          <a:p>
            <a:pPr indent="0" algn="r">
              <a:lnSpc>
                <a:spcPct val="100000"/>
              </a:lnSpc>
              <a:buNone/>
              <a:tabLst>
                <a:tab algn="l" pos="0"/>
              </a:tabLst>
            </a:pPr>
            <a:fld id="{C5B9460E-5113-445C-BA9D-C821D3E3FBEF}" type="slidenum">
              <a:rPr b="0" lang="es-ES" sz="1200" spc="-1" strike="noStrike">
                <a:solidFill>
                  <a:srgbClr val="000000"/>
                </a:solidFill>
                <a:latin typeface="Times New Roman"/>
              </a:rPr>
              <a:t>&lt;número&gt;</a:t>
            </a:fld>
            <a:endParaRPr b="0" lang="es-E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sldImg"/>
          </p:nvPr>
        </p:nvSpPr>
        <p:spPr>
          <a:xfrm>
            <a:off x="4038480" y="857160"/>
            <a:ext cx="4114080" cy="2313720"/>
          </a:xfrm>
          <a:prstGeom prst="rect">
            <a:avLst/>
          </a:prstGeom>
          <a:ln w="0">
            <a:noFill/>
          </a:ln>
        </p:spPr>
      </p:sp>
      <p:sp>
        <p:nvSpPr>
          <p:cNvPr id="133" name="PlaceHolder 2"/>
          <p:cNvSpPr>
            <a:spLocks noGrp="1"/>
          </p:cNvSpPr>
          <p:nvPr>
            <p:ph type="body"/>
          </p:nvPr>
        </p:nvSpPr>
        <p:spPr>
          <a:xfrm>
            <a:off x="1219320" y="3300480"/>
            <a:ext cx="9752760" cy="269964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134" name="PlaceHolder 3"/>
          <p:cNvSpPr>
            <a:spLocks noGrp="1"/>
          </p:cNvSpPr>
          <p:nvPr>
            <p:ph type="sldNum" idx="26"/>
          </p:nvPr>
        </p:nvSpPr>
        <p:spPr>
          <a:xfrm>
            <a:off x="6905520" y="6513480"/>
            <a:ext cx="5282640" cy="34380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s-ES" sz="1200" spc="-1" strike="noStrike">
                <a:solidFill>
                  <a:srgbClr val="000000"/>
                </a:solidFill>
                <a:latin typeface="Times New Roman"/>
              </a:defRPr>
            </a:lvl1pPr>
          </a:lstStyle>
          <a:p>
            <a:pPr indent="0" algn="r">
              <a:lnSpc>
                <a:spcPct val="100000"/>
              </a:lnSpc>
              <a:buNone/>
              <a:tabLst>
                <a:tab algn="l" pos="0"/>
              </a:tabLst>
            </a:pPr>
            <a:fld id="{191AF286-07D0-4892-8334-72A3319E4A3A}" type="slidenum">
              <a:rPr b="0" lang="es-ES" sz="1200" spc="-1" strike="noStrike">
                <a:solidFill>
                  <a:srgbClr val="000000"/>
                </a:solidFill>
                <a:latin typeface="Times New Roman"/>
              </a:rPr>
              <a:t>&lt;número&gt;</a:t>
            </a:fld>
            <a:endParaRPr b="0" lang="es-E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3987000" y="583200"/>
            <a:ext cx="2598480" cy="25002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7"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4F3DAB3-435F-4C7A-B683-F797D29D5816}" type="slidenum">
              <a:t>&lt;#&gt;</a:t>
            </a:fld>
          </a:p>
        </p:txBody>
      </p:sp>
      <p:sp>
        <p:nvSpPr>
          <p:cNvPr id="6" name="PlaceHolder 5"/>
          <p:cNvSpPr>
            <a:spLocks noGrp="1"/>
          </p:cNvSpPr>
          <p:nvPr>
            <p:ph type="dt" idx="3"/>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987000" y="583200"/>
            <a:ext cx="2598480" cy="25002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14"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DD57771B-27F8-410D-935A-8AAAD99E4D55}"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3987000" y="583200"/>
            <a:ext cx="2598480" cy="25002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22"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ftr" idx="6"/>
          </p:nvPr>
        </p:nvSpPr>
        <p:spPr/>
        <p:txBody>
          <a:bodyPr/>
          <a:p>
            <a:r>
              <a:t>Footer</a:t>
            </a:r>
          </a:p>
        </p:txBody>
      </p:sp>
      <p:sp>
        <p:nvSpPr>
          <p:cNvPr id="5" name="PlaceHolder 4"/>
          <p:cNvSpPr>
            <a:spLocks noGrp="1"/>
          </p:cNvSpPr>
          <p:nvPr>
            <p:ph type="sldNum" idx="7"/>
          </p:nvPr>
        </p:nvSpPr>
        <p:spPr/>
        <p:txBody>
          <a:bodyPr/>
          <a:p>
            <a:fld id="{B81C971C-85C4-475E-954B-C697CBD431CF}" type="slidenum">
              <a:t>&lt;#&gt;</a:t>
            </a:fld>
          </a:p>
        </p:txBody>
      </p:sp>
      <p:sp>
        <p:nvSpPr>
          <p:cNvPr id="6" name="PlaceHolder 5"/>
          <p:cNvSpPr>
            <a:spLocks noGrp="1"/>
          </p:cNvSpPr>
          <p:nvPr>
            <p:ph type="dt" idx="8"/>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31" name="PlaceHolder 1"/>
          <p:cNvSpPr>
            <a:spLocks noGrp="1"/>
          </p:cNvSpPr>
          <p:nvPr>
            <p:ph type="title"/>
          </p:nvPr>
        </p:nvSpPr>
        <p:spPr>
          <a:xfrm>
            <a:off x="3987000" y="583200"/>
            <a:ext cx="2598480" cy="25002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32"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sldNum" idx="9"/>
          </p:nvPr>
        </p:nvSpPr>
        <p:spPr/>
        <p:txBody>
          <a:bodyPr/>
          <a:p>
            <a:fld id="{932128F1-ED6A-4906-81BA-7AD7DB8ADBD6}" type="slidenum">
              <a:t>&lt;#&gt;</a:t>
            </a:fld>
          </a:p>
        </p:txBody>
      </p:sp>
      <p:sp>
        <p:nvSpPr>
          <p:cNvPr id="5" name="PlaceHolder 4"/>
          <p:cNvSpPr>
            <a:spLocks noGrp="1"/>
          </p:cNvSpPr>
          <p:nvPr>
            <p:ph type="dt" idx="10"/>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40" name="PlaceHolder 1"/>
          <p:cNvSpPr>
            <a:spLocks noGrp="1"/>
          </p:cNvSpPr>
          <p:nvPr>
            <p:ph type="title"/>
          </p:nvPr>
        </p:nvSpPr>
        <p:spPr>
          <a:xfrm>
            <a:off x="3987000" y="583200"/>
            <a:ext cx="2598480" cy="2500200"/>
          </a:xfrm>
          <a:prstGeom prst="rect">
            <a:avLst/>
          </a:prstGeom>
          <a:noFill/>
          <a:ln w="0">
            <a:noFill/>
          </a:ln>
        </p:spPr>
        <p:txBody>
          <a:bodyPr lIns="0" rIns="0" tIns="0" bIns="0" anchor="ctr">
            <a:noAutofit/>
          </a:bodyPr>
          <a:p>
            <a:pPr indent="0" algn="ctr">
              <a:buNone/>
            </a:pPr>
            <a:endParaRPr b="0" lang="es-ES" sz="4400" spc="-1" strike="noStrike">
              <a:solidFill>
                <a:srgbClr val="000000"/>
              </a:solidFill>
              <a:latin typeface="Arial"/>
            </a:endParaRPr>
          </a:p>
        </p:txBody>
      </p:sp>
      <p:sp>
        <p:nvSpPr>
          <p:cNvPr id="41"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spcBef>
                <a:spcPts val="1417"/>
              </a:spcBef>
              <a:buNone/>
            </a:pPr>
            <a:endParaRPr b="0" lang="es-ES" sz="3200" spc="-1" strike="noStrike">
              <a:solidFill>
                <a:srgbClr val="000000"/>
              </a:solidFill>
              <a:latin typeface="Arial"/>
            </a:endParaRPr>
          </a:p>
        </p:txBody>
      </p:sp>
      <p:sp>
        <p:nvSpPr>
          <p:cNvPr id="4" name="PlaceHolder 3"/>
          <p:cNvSpPr>
            <a:spLocks noGrp="1"/>
          </p:cNvSpPr>
          <p:nvPr>
            <p:ph type="sldNum" idx="11"/>
          </p:nvPr>
        </p:nvSpPr>
        <p:spPr/>
        <p:txBody>
          <a:bodyPr/>
          <a:p>
            <a:fld id="{3D786BAB-E418-42E5-AF80-4DE01AA4E3C0}" type="slidenum">
              <a:t>&lt;#&gt;</a:t>
            </a:fld>
          </a:p>
        </p:txBody>
      </p:sp>
      <p:sp>
        <p:nvSpPr>
          <p:cNvPr id="5" name="PlaceHolder 4"/>
          <p:cNvSpPr>
            <a:spLocks noGrp="1"/>
          </p:cNvSpPr>
          <p:nvPr>
            <p:ph type="dt" idx="12"/>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bk object 16"/>
          <p:cNvSpPr/>
          <p:nvPr/>
        </p:nvSpPr>
        <p:spPr>
          <a:xfrm>
            <a:off x="891360" y="5283720"/>
            <a:ext cx="2623680" cy="1573560"/>
          </a:xfrm>
          <a:prstGeom prst="rect">
            <a:avLst/>
          </a:prstGeom>
          <a:blipFill rotWithShape="0">
            <a:blip r:embed="rId2"/>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1" name="PlaceHolder 1"/>
          <p:cNvSpPr>
            <a:spLocks noGrp="1"/>
          </p:cNvSpPr>
          <p:nvPr>
            <p:ph type="title"/>
          </p:nvPr>
        </p:nvSpPr>
        <p:spPr>
          <a:xfrm>
            <a:off x="3987000" y="1522080"/>
            <a:ext cx="2598480" cy="62208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3" name="PlaceHolder 3"/>
          <p:cNvSpPr>
            <a:spLocks noGrp="1"/>
          </p:cNvSpPr>
          <p:nvPr>
            <p:ph type="ftr" idx="1"/>
          </p:nvPr>
        </p:nvSpPr>
        <p:spPr>
          <a:xfrm>
            <a:off x="5695920" y="6465240"/>
            <a:ext cx="1210320" cy="153000"/>
          </a:xfrm>
          <a:prstGeom prst="rect">
            <a:avLst/>
          </a:prstGeom>
          <a:noFill/>
          <a:ln w="0">
            <a:noFill/>
          </a:ln>
        </p:spPr>
        <p:txBody>
          <a:bodyPr lIns="0" rIns="0" tIns="0" bIns="0" anchor="t">
            <a:noAutofit/>
          </a:bodyPr>
          <a:lstStyle>
            <a:lvl1pPr marL="12600" indent="0" defTabSz="914400">
              <a:lnSpc>
                <a:spcPct val="100000"/>
              </a:lnSpc>
              <a:spcBef>
                <a:spcPts val="14"/>
              </a:spcBef>
              <a:buNone/>
              <a:tabLst>
                <a:tab algn="l" pos="0"/>
              </a:tabLst>
              <a:defRPr b="0" lang="es-ES" sz="9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900" spc="-7" strike="noStrike">
                <a:solidFill>
                  <a:srgbClr val="585858"/>
                </a:solidFill>
                <a:latin typeface="Arial"/>
              </a:rPr>
              <a:t>&lt;pie de página&gt;</a:t>
            </a:r>
            <a:endParaRPr b="0" lang="es-ES" sz="900" spc="-1" strike="noStrike">
              <a:solidFill>
                <a:srgbClr val="000000"/>
              </a:solidFill>
              <a:latin typeface="Times New Roman"/>
            </a:endParaRPr>
          </a:p>
        </p:txBody>
      </p:sp>
      <p:sp>
        <p:nvSpPr>
          <p:cNvPr id="4" name="PlaceHolder 4"/>
          <p:cNvSpPr>
            <a:spLocks noGrp="1"/>
          </p:cNvSpPr>
          <p:nvPr>
            <p:ph type="sldNum" idx="2"/>
          </p:nvPr>
        </p:nvSpPr>
        <p:spPr>
          <a:xfrm>
            <a:off x="931176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800" spc="-1" strike="noStrike">
                <a:solidFill>
                  <a:schemeClr val="dk1">
                    <a:tint val="75000"/>
                  </a:schemeClr>
                </a:solidFill>
                <a:latin typeface="Calibri"/>
              </a:defRPr>
            </a:lvl1pPr>
          </a:lstStyle>
          <a:p>
            <a:pPr indent="0" algn="r" defTabSz="914400">
              <a:lnSpc>
                <a:spcPct val="100000"/>
              </a:lnSpc>
              <a:buNone/>
              <a:tabLst>
                <a:tab algn="l" pos="0"/>
              </a:tabLst>
            </a:pPr>
            <a:fld id="{16F531A3-E61C-4033-BA8F-6C3E50ADD6D0}" type="slidenum">
              <a:rPr b="0" lang="es-ES" sz="1800" spc="-1" strike="noStrike">
                <a:solidFill>
                  <a:schemeClr val="dk1">
                    <a:tint val="75000"/>
                  </a:schemeClr>
                </a:solidFill>
                <a:latin typeface="Calibri"/>
              </a:rPr>
              <a:t>&lt;número&gt;</a:t>
            </a:fld>
            <a:endParaRPr b="0" lang="es-ES" sz="1800" spc="-1" strike="noStrike">
              <a:solidFill>
                <a:srgbClr val="000000"/>
              </a:solidFill>
              <a:latin typeface="Times New Roman"/>
            </a:endParaRPr>
          </a:p>
        </p:txBody>
      </p:sp>
      <p:sp>
        <p:nvSpPr>
          <p:cNvPr id="5" name="PlaceHolder 5"/>
          <p:cNvSpPr>
            <a:spLocks noGrp="1"/>
          </p:cNvSpPr>
          <p:nvPr>
            <p:ph type="dt" idx="3"/>
          </p:nvPr>
        </p:nvSpPr>
        <p:spPr>
          <a:xfrm>
            <a:off x="609480" y="6378120"/>
            <a:ext cx="2803320" cy="34236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bk object 16"/>
          <p:cNvSpPr/>
          <p:nvPr/>
        </p:nvSpPr>
        <p:spPr>
          <a:xfrm>
            <a:off x="891360" y="5283720"/>
            <a:ext cx="2623680" cy="1573560"/>
          </a:xfrm>
          <a:prstGeom prst="rect">
            <a:avLst/>
          </a:prstGeom>
          <a:blipFill rotWithShape="0">
            <a:blip r:embed="rId2"/>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9" name="PlaceHolder 1"/>
          <p:cNvSpPr>
            <a:spLocks noGrp="1"/>
          </p:cNvSpPr>
          <p:nvPr>
            <p:ph type="title"/>
          </p:nvPr>
        </p:nvSpPr>
        <p:spPr>
          <a:xfrm>
            <a:off x="3987000" y="1522080"/>
            <a:ext cx="2598480" cy="62208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0"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11" name="PlaceHolder 3"/>
          <p:cNvSpPr>
            <a:spLocks noGrp="1"/>
          </p:cNvSpPr>
          <p:nvPr>
            <p:ph type="ftr" idx="4"/>
          </p:nvPr>
        </p:nvSpPr>
        <p:spPr>
          <a:xfrm>
            <a:off x="609480" y="6456960"/>
            <a:ext cx="2742480" cy="183960"/>
          </a:xfrm>
          <a:prstGeom prst="rect">
            <a:avLst/>
          </a:prstGeom>
          <a:noFill/>
          <a:ln w="0">
            <a:noFill/>
          </a:ln>
        </p:spPr>
        <p:txBody>
          <a:bodyPr lIns="0" rIns="0" tIns="0" bIns="0" anchor="ctr">
            <a:noAutofit/>
          </a:bodyPr>
          <a:lstStyle>
            <a:lvl1pPr marL="12600" indent="0" defTabSz="914400">
              <a:lnSpc>
                <a:spcPct val="100000"/>
              </a:lnSpc>
              <a:spcBef>
                <a:spcPts val="14"/>
              </a:spcBef>
              <a:buNone/>
              <a:tabLst>
                <a:tab algn="l" pos="0"/>
              </a:tabLst>
              <a:defRPr b="0" lang="es-ES" sz="12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1200" spc="-7" strike="noStrike">
                <a:solidFill>
                  <a:srgbClr val="585858"/>
                </a:solidFill>
                <a:latin typeface="Arial"/>
              </a:rPr>
              <a:t>&lt;pie de página&gt;</a:t>
            </a:r>
            <a:endParaRPr b="0" lang="es-ES" sz="1200" spc="-1" strike="noStrike">
              <a:solidFill>
                <a:srgbClr val="000000"/>
              </a:solidFill>
              <a:latin typeface="Times New Roman"/>
            </a:endParaRPr>
          </a:p>
        </p:txBody>
      </p:sp>
      <p:sp>
        <p:nvSpPr>
          <p:cNvPr id="12" name="PlaceHolder 4"/>
          <p:cNvSpPr>
            <a:spLocks noGrp="1"/>
          </p:cNvSpPr>
          <p:nvPr>
            <p:ph type="sldNum" idx="5"/>
          </p:nvPr>
        </p:nvSpPr>
        <p:spPr>
          <a:xfrm>
            <a:off x="931176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800" spc="-1" strike="noStrike">
                <a:solidFill>
                  <a:schemeClr val="dk1">
                    <a:tint val="75000"/>
                  </a:schemeClr>
                </a:solidFill>
                <a:latin typeface="Calibri"/>
              </a:defRPr>
            </a:lvl1pPr>
          </a:lstStyle>
          <a:p>
            <a:pPr indent="0" algn="r" defTabSz="914400">
              <a:lnSpc>
                <a:spcPct val="100000"/>
              </a:lnSpc>
              <a:buNone/>
              <a:tabLst>
                <a:tab algn="l" pos="0"/>
              </a:tabLst>
            </a:pPr>
            <a:fld id="{639FBE60-8EFC-43B9-B943-88372EF5121D}" type="slidenum">
              <a:rPr b="0" lang="es-ES" sz="1800" spc="-1" strike="noStrike">
                <a:solidFill>
                  <a:schemeClr val="dk1">
                    <a:tint val="75000"/>
                  </a:schemeClr>
                </a:solidFill>
                <a:latin typeface="Calibri"/>
              </a:rPr>
              <a:t>&lt;número&gt;</a:t>
            </a:fld>
            <a:endParaRPr b="0" lang="es-ES" sz="1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bk object 16"/>
          <p:cNvSpPr/>
          <p:nvPr/>
        </p:nvSpPr>
        <p:spPr>
          <a:xfrm>
            <a:off x="891360" y="5283720"/>
            <a:ext cx="2623680" cy="1573560"/>
          </a:xfrm>
          <a:prstGeom prst="rect">
            <a:avLst/>
          </a:prstGeom>
          <a:blipFill rotWithShape="0">
            <a:blip r:embed="rId2"/>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16" name="PlaceHolder 1"/>
          <p:cNvSpPr>
            <a:spLocks noGrp="1"/>
          </p:cNvSpPr>
          <p:nvPr>
            <p:ph type="title"/>
          </p:nvPr>
        </p:nvSpPr>
        <p:spPr>
          <a:xfrm>
            <a:off x="3987000" y="1522080"/>
            <a:ext cx="2598480" cy="62208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17"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18" name="PlaceHolder 3"/>
          <p:cNvSpPr>
            <a:spLocks noGrp="1"/>
          </p:cNvSpPr>
          <p:nvPr>
            <p:ph type="ftr" idx="6"/>
          </p:nvPr>
        </p:nvSpPr>
        <p:spPr>
          <a:xfrm>
            <a:off x="5695920" y="6465240"/>
            <a:ext cx="1210320" cy="153000"/>
          </a:xfrm>
          <a:prstGeom prst="rect">
            <a:avLst/>
          </a:prstGeom>
          <a:noFill/>
          <a:ln w="0">
            <a:noFill/>
          </a:ln>
        </p:spPr>
        <p:txBody>
          <a:bodyPr lIns="0" rIns="0" tIns="0" bIns="0" anchor="t">
            <a:noAutofit/>
          </a:bodyPr>
          <a:lstStyle>
            <a:lvl1pPr marL="12600" indent="0" defTabSz="914400">
              <a:lnSpc>
                <a:spcPct val="100000"/>
              </a:lnSpc>
              <a:spcBef>
                <a:spcPts val="14"/>
              </a:spcBef>
              <a:buNone/>
              <a:tabLst>
                <a:tab algn="l" pos="0"/>
              </a:tabLst>
              <a:defRPr b="0" lang="es-ES" sz="9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900" spc="-7" strike="noStrike">
                <a:solidFill>
                  <a:srgbClr val="585858"/>
                </a:solidFill>
                <a:latin typeface="Arial"/>
              </a:rPr>
              <a:t>&lt;pie de página&gt;</a:t>
            </a:r>
            <a:endParaRPr b="0" lang="es-ES" sz="900" spc="-1" strike="noStrike">
              <a:solidFill>
                <a:srgbClr val="000000"/>
              </a:solidFill>
              <a:latin typeface="Times New Roman"/>
            </a:endParaRPr>
          </a:p>
        </p:txBody>
      </p:sp>
      <p:sp>
        <p:nvSpPr>
          <p:cNvPr id="19" name="PlaceHolder 4"/>
          <p:cNvSpPr>
            <a:spLocks noGrp="1"/>
          </p:cNvSpPr>
          <p:nvPr>
            <p:ph type="sldNum" idx="7"/>
          </p:nvPr>
        </p:nvSpPr>
        <p:spPr>
          <a:xfrm>
            <a:off x="931176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800" spc="-1" strike="noStrike">
                <a:solidFill>
                  <a:schemeClr val="dk1">
                    <a:tint val="75000"/>
                  </a:schemeClr>
                </a:solidFill>
                <a:latin typeface="Calibri"/>
              </a:defRPr>
            </a:lvl1pPr>
          </a:lstStyle>
          <a:p>
            <a:pPr indent="0" algn="r" defTabSz="914400">
              <a:lnSpc>
                <a:spcPct val="100000"/>
              </a:lnSpc>
              <a:buNone/>
              <a:tabLst>
                <a:tab algn="l" pos="0"/>
              </a:tabLst>
            </a:pPr>
            <a:fld id="{3FD41DBE-63A9-42E2-8DF4-2BCF9AFDDE5A}" type="slidenum">
              <a:rPr b="0" lang="es-ES" sz="1800" spc="-1" strike="noStrike">
                <a:solidFill>
                  <a:schemeClr val="dk1">
                    <a:tint val="75000"/>
                  </a:schemeClr>
                </a:solidFill>
                <a:latin typeface="Calibri"/>
              </a:rPr>
              <a:t>&lt;número&gt;</a:t>
            </a:fld>
            <a:endParaRPr b="0" lang="es-ES" sz="1800" spc="-1" strike="noStrike">
              <a:solidFill>
                <a:srgbClr val="000000"/>
              </a:solidFill>
              <a:latin typeface="Times New Roman"/>
            </a:endParaRPr>
          </a:p>
        </p:txBody>
      </p:sp>
      <p:sp>
        <p:nvSpPr>
          <p:cNvPr id="20" name="PlaceHolder 5"/>
          <p:cNvSpPr>
            <a:spLocks noGrp="1"/>
          </p:cNvSpPr>
          <p:nvPr>
            <p:ph type="dt" idx="8"/>
          </p:nvPr>
        </p:nvSpPr>
        <p:spPr>
          <a:xfrm>
            <a:off x="609480" y="6378120"/>
            <a:ext cx="2803320" cy="34236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bk object 16" hidden="1"/>
          <p:cNvSpPr/>
          <p:nvPr/>
        </p:nvSpPr>
        <p:spPr>
          <a:xfrm>
            <a:off x="891360" y="5283720"/>
            <a:ext cx="2623680" cy="1573560"/>
          </a:xfrm>
          <a:prstGeom prst="rect">
            <a:avLst/>
          </a:prstGeom>
          <a:blipFill rotWithShape="0">
            <a:blip r:embed="rId2"/>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24" name="bk object 16"/>
          <p:cNvSpPr/>
          <p:nvPr/>
        </p:nvSpPr>
        <p:spPr>
          <a:xfrm>
            <a:off x="0" y="2636640"/>
            <a:ext cx="3943800" cy="1584360"/>
          </a:xfrm>
          <a:custGeom>
            <a:avLst/>
            <a:gdLst>
              <a:gd name="textAreaLeft" fmla="*/ 0 w 3943800"/>
              <a:gd name="textAreaRight" fmla="*/ 3944520 w 3943800"/>
              <a:gd name="textAreaTop" fmla="*/ 0 h 1584360"/>
              <a:gd name="textAreaBottom" fmla="*/ 1585080 h 1584360"/>
            </a:gdLst>
            <a:ahLst/>
            <a:rect l="textAreaLeft" t="textAreaTop" r="textAreaRight" b="textAreaBottom"/>
            <a:pathLst>
              <a:path w="3944620" h="1584960">
                <a:moveTo>
                  <a:pt x="0" y="1584959"/>
                </a:moveTo>
                <a:lnTo>
                  <a:pt x="3944112" y="1584959"/>
                </a:lnTo>
                <a:lnTo>
                  <a:pt x="3944112" y="0"/>
                </a:lnTo>
                <a:lnTo>
                  <a:pt x="0" y="0"/>
                </a:lnTo>
                <a:lnTo>
                  <a:pt x="0" y="1584959"/>
                </a:lnTo>
                <a:close/>
              </a:path>
            </a:pathLst>
          </a:custGeom>
          <a:solidFill>
            <a:srgbClr val="000000"/>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25" name="bk object 17"/>
          <p:cNvSpPr/>
          <p:nvPr/>
        </p:nvSpPr>
        <p:spPr>
          <a:xfrm>
            <a:off x="771120" y="2952000"/>
            <a:ext cx="2402640" cy="953280"/>
          </a:xfrm>
          <a:prstGeom prst="rect">
            <a:avLst/>
          </a:prstGeom>
          <a:blipFill rotWithShape="0">
            <a:blip r:embed="rId3"/>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pic>
        <p:nvPicPr>
          <p:cNvPr id="26" name="Gráfico 5" descr=""/>
          <p:cNvPicPr/>
          <p:nvPr/>
        </p:nvPicPr>
        <p:blipFill>
          <a:blip r:embed="rId4">
            <a:extLst>
              <a:ext uri="{96DAC541-7B7A-43D3-8B79-37D633B846F1}">
                <asvg:svgBlip xmlns:asvg="http://schemas.microsoft.com/office/drawing/2016/SVG/main" r:embed="rId5"/>
              </a:ext>
            </a:extLst>
          </a:blip>
          <a:stretch/>
        </p:blipFill>
        <p:spPr>
          <a:xfrm>
            <a:off x="2891160" y="6357600"/>
            <a:ext cx="6408720" cy="362520"/>
          </a:xfrm>
          <a:prstGeom prst="rect">
            <a:avLst/>
          </a:prstGeom>
          <a:ln w="0">
            <a:noFill/>
          </a:ln>
        </p:spPr>
      </p:pic>
      <p:sp>
        <p:nvSpPr>
          <p:cNvPr id="27" name="PlaceHolder 1"/>
          <p:cNvSpPr>
            <a:spLocks noGrp="1"/>
          </p:cNvSpPr>
          <p:nvPr>
            <p:ph type="title"/>
          </p:nvPr>
        </p:nvSpPr>
        <p:spPr>
          <a:xfrm>
            <a:off x="3987000" y="1522080"/>
            <a:ext cx="2598480" cy="62208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2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29" name="PlaceHolder 3"/>
          <p:cNvSpPr>
            <a:spLocks noGrp="1"/>
          </p:cNvSpPr>
          <p:nvPr>
            <p:ph type="sldNum" idx="9"/>
          </p:nvPr>
        </p:nvSpPr>
        <p:spPr>
          <a:xfrm>
            <a:off x="929628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800" spc="-1" strike="noStrike">
                <a:solidFill>
                  <a:schemeClr val="dk1">
                    <a:tint val="75000"/>
                  </a:schemeClr>
                </a:solidFill>
                <a:latin typeface="Calibri"/>
              </a:defRPr>
            </a:lvl1pPr>
          </a:lstStyle>
          <a:p>
            <a:pPr indent="0" algn="r" defTabSz="914400">
              <a:lnSpc>
                <a:spcPct val="100000"/>
              </a:lnSpc>
              <a:buNone/>
              <a:tabLst>
                <a:tab algn="l" pos="0"/>
              </a:tabLst>
            </a:pPr>
            <a:fld id="{CB089B59-2B36-4545-99F3-4D5F07E8477C}" type="slidenum">
              <a:rPr b="0" lang="es-ES" sz="1800" spc="-1" strike="noStrike">
                <a:solidFill>
                  <a:schemeClr val="dk1">
                    <a:tint val="75000"/>
                  </a:schemeClr>
                </a:solidFill>
                <a:latin typeface="Calibri"/>
              </a:rPr>
              <a:t>&lt;número&gt;</a:t>
            </a:fld>
            <a:endParaRPr b="0" lang="es-ES" sz="1800" spc="-1" strike="noStrike">
              <a:solidFill>
                <a:srgbClr val="000000"/>
              </a:solidFill>
              <a:latin typeface="Times New Roman"/>
            </a:endParaRPr>
          </a:p>
        </p:txBody>
      </p:sp>
      <p:sp>
        <p:nvSpPr>
          <p:cNvPr id="30" name="PlaceHolder 4"/>
          <p:cNvSpPr>
            <a:spLocks noGrp="1"/>
          </p:cNvSpPr>
          <p:nvPr>
            <p:ph type="dt" idx="10"/>
          </p:nvPr>
        </p:nvSpPr>
        <p:spPr>
          <a:xfrm>
            <a:off x="609480" y="6378120"/>
            <a:ext cx="2803320" cy="34236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6"/>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3" name="bk object 16" hidden="1"/>
          <p:cNvSpPr/>
          <p:nvPr/>
        </p:nvSpPr>
        <p:spPr>
          <a:xfrm>
            <a:off x="891360" y="5283720"/>
            <a:ext cx="2623680" cy="1573560"/>
          </a:xfrm>
          <a:prstGeom prst="rect">
            <a:avLst/>
          </a:prstGeom>
          <a:blipFill rotWithShape="0">
            <a:blip r:embed="rId2"/>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34" name="bk object 16"/>
          <p:cNvSpPr/>
          <p:nvPr/>
        </p:nvSpPr>
        <p:spPr>
          <a:xfrm>
            <a:off x="594360" y="4722480"/>
            <a:ext cx="1520280" cy="1253160"/>
          </a:xfrm>
          <a:prstGeom prst="rect">
            <a:avLst/>
          </a:prstGeom>
          <a:blipFill rotWithShape="0">
            <a:blip r:embed="rId3"/>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pic>
        <p:nvPicPr>
          <p:cNvPr id="35" name="Gráfico 4" descr=""/>
          <p:cNvPicPr/>
          <p:nvPr/>
        </p:nvPicPr>
        <p:blipFill>
          <a:blip r:embed="rId4">
            <a:extLst>
              <a:ext uri="{96DAC541-7B7A-43D3-8B79-37D633B846F1}">
                <asvg:svgBlip xmlns:asvg="http://schemas.microsoft.com/office/drawing/2016/SVG/main" r:embed="rId5"/>
              </a:ext>
            </a:extLst>
          </a:blip>
          <a:stretch/>
        </p:blipFill>
        <p:spPr>
          <a:xfrm>
            <a:off x="5045040" y="6356160"/>
            <a:ext cx="6408720" cy="362520"/>
          </a:xfrm>
          <a:prstGeom prst="rect">
            <a:avLst/>
          </a:prstGeom>
          <a:ln w="0">
            <a:noFill/>
          </a:ln>
        </p:spPr>
      </p:pic>
      <p:sp>
        <p:nvSpPr>
          <p:cNvPr id="36" name="PlaceHolder 1"/>
          <p:cNvSpPr>
            <a:spLocks noGrp="1"/>
          </p:cNvSpPr>
          <p:nvPr>
            <p:ph type="title"/>
          </p:nvPr>
        </p:nvSpPr>
        <p:spPr>
          <a:xfrm>
            <a:off x="3987000" y="1522080"/>
            <a:ext cx="2598480" cy="622080"/>
          </a:xfrm>
          <a:prstGeom prst="rect">
            <a:avLst/>
          </a:prstGeom>
          <a:noFill/>
          <a:ln w="0">
            <a:noFill/>
          </a:ln>
        </p:spPr>
        <p:txBody>
          <a:bodyPr lIns="0" rIns="0" tIns="0" bIns="0" anchor="ctr">
            <a:noAutofit/>
          </a:bodyPr>
          <a:p>
            <a:pPr indent="0">
              <a:buNone/>
            </a:pPr>
            <a:r>
              <a:rPr b="0" lang="es-ES" sz="1800" spc="-1" strike="noStrike">
                <a:solidFill>
                  <a:srgbClr val="000000"/>
                </a:solidFill>
                <a:latin typeface="Arial"/>
              </a:rPr>
              <a:t>Pulse para editar el formato del texto de título</a:t>
            </a:r>
            <a:endParaRPr b="0" lang="es-ES" sz="1800" spc="-1" strike="noStrike">
              <a:solidFill>
                <a:srgbClr val="000000"/>
              </a:solidFill>
              <a:latin typeface="Arial"/>
            </a:endParaRPr>
          </a:p>
        </p:txBody>
      </p:sp>
      <p:sp>
        <p:nvSpPr>
          <p:cNvPr id="37"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ES" sz="1800" spc="-1" strike="noStrike">
                <a:solidFill>
                  <a:srgbClr val="000000"/>
                </a:solidFill>
                <a:latin typeface="Arial"/>
              </a:rPr>
              <a:t>Pulse para editar el formato de texto del esquema</a:t>
            </a:r>
            <a:endParaRPr b="0" lang="es-E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Arial"/>
              </a:rPr>
              <a:t>Segundo nivel del esquema</a:t>
            </a:r>
            <a:endParaRPr b="0" lang="es-E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rial"/>
              </a:rPr>
              <a:t>Tercer nivel del esquema</a:t>
            </a:r>
            <a:endParaRPr b="0" lang="es-E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rial"/>
              </a:rPr>
              <a:t>Cuarto nivel del esquema</a:t>
            </a:r>
            <a:endParaRPr b="0" lang="es-E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s-ES" sz="1800" spc="-1" strike="noStrike">
                <a:solidFill>
                  <a:srgbClr val="000000"/>
                </a:solidFill>
                <a:latin typeface="Arial"/>
              </a:rPr>
              <a:t>Quinto nivel del esquema</a:t>
            </a:r>
            <a:endParaRPr b="0" lang="es-E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s-ES" sz="1800" spc="-1" strike="noStrike">
                <a:solidFill>
                  <a:srgbClr val="000000"/>
                </a:solidFill>
                <a:latin typeface="Arial"/>
              </a:rPr>
              <a:t>Sexto nivel del esquema</a:t>
            </a:r>
            <a:endParaRPr b="0" lang="es-E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s-ES" sz="1800" spc="-1" strike="noStrike">
                <a:solidFill>
                  <a:srgbClr val="000000"/>
                </a:solidFill>
                <a:latin typeface="Arial"/>
              </a:rPr>
              <a:t>Séptimo nivel del esquema</a:t>
            </a:r>
            <a:endParaRPr b="0" lang="es-ES" sz="1800" spc="-1" strike="noStrike">
              <a:solidFill>
                <a:srgbClr val="000000"/>
              </a:solidFill>
              <a:latin typeface="Arial"/>
            </a:endParaRPr>
          </a:p>
        </p:txBody>
      </p:sp>
      <p:sp>
        <p:nvSpPr>
          <p:cNvPr id="38" name="PlaceHolder 3"/>
          <p:cNvSpPr>
            <a:spLocks noGrp="1"/>
          </p:cNvSpPr>
          <p:nvPr>
            <p:ph type="sldNum" idx="11"/>
          </p:nvPr>
        </p:nvSpPr>
        <p:spPr>
          <a:xfrm>
            <a:off x="937260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s-ES" sz="1800" spc="-1" strike="noStrike">
                <a:solidFill>
                  <a:schemeClr val="dk1">
                    <a:tint val="75000"/>
                  </a:schemeClr>
                </a:solidFill>
                <a:latin typeface="Calibri"/>
              </a:defRPr>
            </a:lvl1pPr>
          </a:lstStyle>
          <a:p>
            <a:pPr indent="0" algn="r" defTabSz="914400">
              <a:lnSpc>
                <a:spcPct val="100000"/>
              </a:lnSpc>
              <a:buNone/>
              <a:tabLst>
                <a:tab algn="l" pos="0"/>
              </a:tabLst>
            </a:pPr>
            <a:fld id="{C9245957-C92C-4726-86C3-F2502FCC96CF}" type="slidenum">
              <a:rPr b="0" lang="es-ES" sz="1800" spc="-1" strike="noStrike">
                <a:solidFill>
                  <a:schemeClr val="dk1">
                    <a:tint val="75000"/>
                  </a:schemeClr>
                </a:solidFill>
                <a:latin typeface="Calibri"/>
              </a:rPr>
              <a:t>&lt;número&gt;</a:t>
            </a:fld>
            <a:endParaRPr b="0" lang="es-ES" sz="1800" spc="-1" strike="noStrike">
              <a:solidFill>
                <a:srgbClr val="000000"/>
              </a:solidFill>
              <a:latin typeface="Times New Roman"/>
            </a:endParaRPr>
          </a:p>
        </p:txBody>
      </p:sp>
      <p:sp>
        <p:nvSpPr>
          <p:cNvPr id="39" name="PlaceHolder 4"/>
          <p:cNvSpPr>
            <a:spLocks noGrp="1"/>
          </p:cNvSpPr>
          <p:nvPr>
            <p:ph type="dt" idx="12"/>
          </p:nvPr>
        </p:nvSpPr>
        <p:spPr>
          <a:xfrm>
            <a:off x="609480" y="6378120"/>
            <a:ext cx="2803320" cy="342360"/>
          </a:xfrm>
          <a:prstGeom prst="rect">
            <a:avLst/>
          </a:prstGeom>
          <a:noFill/>
          <a:ln w="0">
            <a:noFill/>
          </a:ln>
        </p:spPr>
        <p:txBody>
          <a:bodyPr lIns="0" rIns="0" tIns="0" bIns="0" anchor="t">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2.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slideLayout" Target="../slideLayouts/slideLayout2.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9.png"/><Relationship Id="rId4" Type="http://schemas.openxmlformats.org/officeDocument/2006/relationships/slideLayout" Target="../slideLayouts/slideLayout2.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2.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object 3"/>
          <p:cNvSpPr/>
          <p:nvPr/>
        </p:nvSpPr>
        <p:spPr>
          <a:xfrm>
            <a:off x="2749680" y="4919760"/>
            <a:ext cx="6105960" cy="50004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1" lang="es-ES" sz="3200" spc="-1" strike="noStrike">
                <a:solidFill>
                  <a:schemeClr val="dk1"/>
                </a:solidFill>
                <a:latin typeface="Lucida Sans"/>
              </a:rPr>
              <a:t>Lab Book 1.0. Waveguides</a:t>
            </a:r>
            <a:endParaRPr b="0" lang="es-ES" sz="3200" spc="-1" strike="noStrike">
              <a:solidFill>
                <a:srgbClr val="000000"/>
              </a:solidFill>
              <a:latin typeface="Arial"/>
            </a:endParaRPr>
          </a:p>
        </p:txBody>
      </p:sp>
      <p:sp>
        <p:nvSpPr>
          <p:cNvPr id="49" name="object 4"/>
          <p:cNvSpPr/>
          <p:nvPr/>
        </p:nvSpPr>
        <p:spPr>
          <a:xfrm>
            <a:off x="2749680" y="5610240"/>
            <a:ext cx="8222400" cy="286560"/>
          </a:xfrm>
          <a:prstGeom prst="rect">
            <a:avLst/>
          </a:prstGeom>
          <a:noFill/>
          <a:ln w="0">
            <a:noFill/>
          </a:ln>
        </p:spPr>
        <p:style>
          <a:lnRef idx="0"/>
          <a:fillRef idx="0"/>
          <a:effectRef idx="0"/>
          <a:fontRef idx="minor"/>
        </p:style>
        <p:txBody>
          <a:bodyPr lIns="0" rIns="0" tIns="12600" bIns="0" anchor="t">
            <a:spAutoFit/>
          </a:bodyPr>
          <a:p>
            <a:pPr marL="12600" defTabSz="914400">
              <a:lnSpc>
                <a:spcPct val="100000"/>
              </a:lnSpc>
              <a:spcBef>
                <a:spcPts val="99"/>
              </a:spcBef>
            </a:pPr>
            <a:r>
              <a:rPr b="0" lang="es-ES" sz="1800" spc="160" strike="noStrike">
                <a:solidFill>
                  <a:schemeClr val="dk1"/>
                </a:solidFill>
                <a:latin typeface="Arial"/>
              </a:rPr>
              <a:t>Student: </a:t>
            </a:r>
            <a:endParaRPr b="0" lang="es-ES" sz="1800" spc="-1" strike="noStrike">
              <a:solidFill>
                <a:srgbClr val="000000"/>
              </a:solidFill>
              <a:latin typeface="Arial"/>
            </a:endParaRPr>
          </a:p>
        </p:txBody>
      </p:sp>
      <p:sp>
        <p:nvSpPr>
          <p:cNvPr id="50" name="object 5"/>
          <p:cNvSpPr/>
          <p:nvPr/>
        </p:nvSpPr>
        <p:spPr>
          <a:xfrm>
            <a:off x="0" y="0"/>
            <a:ext cx="12191400" cy="4188600"/>
          </a:xfrm>
          <a:prstGeom prst="rect">
            <a:avLst/>
          </a:prstGeom>
          <a:blipFill rotWithShape="0">
            <a:blip r:embed="rId1"/>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2" name="PlaceHolder 1"/>
          <p:cNvSpPr>
            <a:spLocks noGrp="1"/>
          </p:cNvSpPr>
          <p:nvPr>
            <p:ph type="sldNum" idx="11"/>
          </p:nvPr>
        </p:nvSpPr>
        <p:spPr/>
        <p:txBody>
          <a:bodyPr/>
          <a:p>
            <a:fld id="{F8173A27-F86F-4059-BDE4-413F6202ACBD}"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685800" y="408960"/>
            <a:ext cx="615312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s-ES" sz="2500" spc="-7" strike="noStrike" u="sng">
                <a:solidFill>
                  <a:schemeClr val="dk1"/>
                </a:solidFill>
                <a:uFillTx/>
                <a:latin typeface="Calibri"/>
              </a:rPr>
              <a:t>Instructions</a:t>
            </a:r>
            <a:br>
              <a:rPr sz="2400"/>
            </a:br>
            <a:r>
              <a:rPr b="0" lang="es-ES" sz="2000" spc="-7" strike="noStrike">
                <a:solidFill>
                  <a:schemeClr val="dk1"/>
                </a:solidFill>
                <a:latin typeface="Calibri"/>
              </a:rPr>
              <a:t>General</a:t>
            </a:r>
            <a:endParaRPr b="0" lang="es-ES" sz="2000" spc="-1" strike="noStrike">
              <a:solidFill>
                <a:srgbClr val="000000"/>
              </a:solidFill>
              <a:latin typeface="Arial"/>
            </a:endParaRPr>
          </a:p>
        </p:txBody>
      </p:sp>
      <p:pic>
        <p:nvPicPr>
          <p:cNvPr id="52" name="Gráfico 82" descr=""/>
          <p:cNvPicPr/>
          <p:nvPr/>
        </p:nvPicPr>
        <p:blipFill>
          <a:blip r:embed="rId1">
            <a:extLst>
              <a:ext uri="{96DAC541-7B7A-43D3-8B79-37D633B846F1}">
                <asvg:svgBlip xmlns:asvg="http://schemas.microsoft.com/office/drawing/2016/SVG/main" r:embed="rId2"/>
              </a:ext>
            </a:extLst>
          </a:blip>
          <a:stretch/>
        </p:blipFill>
        <p:spPr>
          <a:xfrm>
            <a:off x="5045040" y="6356160"/>
            <a:ext cx="6408720" cy="362520"/>
          </a:xfrm>
          <a:prstGeom prst="rect">
            <a:avLst/>
          </a:prstGeom>
          <a:ln w="0">
            <a:noFill/>
          </a:ln>
        </p:spPr>
      </p:pic>
      <p:sp>
        <p:nvSpPr>
          <p:cNvPr id="53" name="PlaceHolder 2"/>
          <p:cNvSpPr>
            <a:spLocks noGrp="1"/>
          </p:cNvSpPr>
          <p:nvPr>
            <p:ph type="ftr" idx="16"/>
          </p:nvPr>
        </p:nvSpPr>
        <p:spPr>
          <a:xfrm>
            <a:off x="609480" y="6456960"/>
            <a:ext cx="2742480" cy="183960"/>
          </a:xfrm>
          <a:prstGeom prst="rect">
            <a:avLst/>
          </a:prstGeom>
          <a:noFill/>
          <a:ln w="0">
            <a:noFill/>
          </a:ln>
        </p:spPr>
        <p:txBody>
          <a:bodyPr lIns="0" rIns="0" tIns="0" bIns="0" anchor="ctr">
            <a:noAutofit/>
          </a:bodyPr>
          <a:lstStyle>
            <a:lvl1pPr marL="12600" indent="0" defTabSz="914400">
              <a:lnSpc>
                <a:spcPct val="100000"/>
              </a:lnSpc>
              <a:spcBef>
                <a:spcPts val="14"/>
              </a:spcBef>
              <a:buNone/>
              <a:tabLst>
                <a:tab algn="l" pos="0"/>
              </a:tabLst>
              <a:defRPr b="0" lang="es-ES" sz="12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1200" spc="-7" strike="noStrike">
                <a:solidFill>
                  <a:srgbClr val="585858"/>
                </a:solidFill>
                <a:latin typeface="Arial"/>
              </a:rPr>
              <a:t>LAB 1.0 WAVEGUIDES</a:t>
            </a:r>
            <a:endParaRPr b="0" lang="es-ES" sz="1200" spc="-1" strike="noStrike">
              <a:solidFill>
                <a:srgbClr val="000000"/>
              </a:solidFill>
              <a:latin typeface="Times New Roman"/>
            </a:endParaRPr>
          </a:p>
        </p:txBody>
      </p:sp>
      <p:sp>
        <p:nvSpPr>
          <p:cNvPr id="54" name="Marcador de texto 2"/>
          <p:cNvSpPr/>
          <p:nvPr/>
        </p:nvSpPr>
        <p:spPr>
          <a:xfrm>
            <a:off x="608040" y="1163160"/>
            <a:ext cx="11048400" cy="4957560"/>
          </a:xfrm>
          <a:prstGeom prst="rect">
            <a:avLst/>
          </a:prstGeom>
          <a:noFill/>
          <a:ln w="0">
            <a:noFill/>
          </a:ln>
        </p:spPr>
        <p:style>
          <a:lnRef idx="0"/>
          <a:fillRef idx="0"/>
          <a:effectRef idx="0"/>
          <a:fontRef idx="minor"/>
        </p:style>
        <p:txBody>
          <a:bodyPr lIns="90000" rIns="90000" tIns="45000" bIns="45000" anchor="t">
            <a:normAutofit/>
          </a:bodyPr>
          <a:p>
            <a:pPr algn="just" defTabSz="914400">
              <a:lnSpc>
                <a:spcPct val="100000"/>
              </a:lnSpc>
            </a:pPr>
            <a:r>
              <a:rPr b="1" lang="en-US" sz="2000" spc="-1" strike="noStrike">
                <a:solidFill>
                  <a:srgbClr val="000000"/>
                </a:solidFill>
                <a:latin typeface="Calibri"/>
              </a:rPr>
              <a:t>SCRIPTS</a:t>
            </a:r>
            <a:endParaRPr b="0" lang="es-ES" sz="2000" spc="-1" strike="noStrike">
              <a:solidFill>
                <a:srgbClr val="000000"/>
              </a:solidFill>
              <a:latin typeface="Arial"/>
            </a:endParaRPr>
          </a:p>
          <a:p>
            <a:pPr marL="343080" indent="-343080" algn="just" defTabSz="914400">
              <a:lnSpc>
                <a:spcPct val="100000"/>
              </a:lnSpc>
              <a:buClr>
                <a:srgbClr val="000000"/>
              </a:buClr>
              <a:buFont typeface="Arial"/>
              <a:buChar char="•"/>
            </a:pPr>
            <a:r>
              <a:rPr b="0" lang="en-US" sz="1800" spc="-1" strike="noStrike">
                <a:solidFill>
                  <a:srgbClr val="000000"/>
                </a:solidFill>
                <a:latin typeface="Calibri"/>
              </a:rPr>
              <a:t>From </a:t>
            </a:r>
            <a:r>
              <a:rPr b="0" lang="en-US" sz="1800" spc="-1" strike="noStrike">
                <a:solidFill>
                  <a:srgbClr val="000000"/>
                </a:solidFill>
                <a:latin typeface="Calibri"/>
              </a:rPr>
              <a:t>	</a:t>
            </a:r>
            <a:r>
              <a:rPr b="0" lang="en-US" sz="1800" spc="-1" strike="noStrike">
                <a:solidFill>
                  <a:srgbClr val="000000"/>
                </a:solidFill>
                <a:latin typeface="Calibri"/>
              </a:rPr>
              <a:t>GitHub </a:t>
            </a:r>
            <a:r>
              <a:rPr b="0" lang="en-US" sz="1800" spc="-1" strike="noStrike">
                <a:solidFill>
                  <a:srgbClr val="000000"/>
                </a:solidFill>
                <a:latin typeface="Wingdings"/>
              </a:rPr>
              <a:t></a:t>
            </a:r>
            <a:r>
              <a:rPr b="0" lang="en-US" sz="1800" spc="-1" strike="noStrike">
                <a:solidFill>
                  <a:srgbClr val="000000"/>
                </a:solidFill>
                <a:latin typeface="Calibri"/>
              </a:rPr>
              <a:t> </a:t>
            </a:r>
            <a:endParaRPr b="0" lang="es-ES" sz="1800" spc="-1" strike="noStrike">
              <a:solidFill>
                <a:srgbClr val="000000"/>
              </a:solidFill>
              <a:latin typeface="Arial"/>
            </a:endParaRPr>
          </a:p>
          <a:p>
            <a:pPr lvl="1" marL="800280" indent="-343080" algn="just" defTabSz="914400">
              <a:lnSpc>
                <a:spcPct val="100000"/>
              </a:lnSpc>
              <a:buClr>
                <a:srgbClr val="000000"/>
              </a:buClr>
              <a:buFont typeface="Arial"/>
              <a:buChar char="•"/>
            </a:pPr>
            <a:r>
              <a:rPr b="0" lang="en-US" sz="1800" spc="-1" strike="noStrike">
                <a:solidFill>
                  <a:srgbClr val="000000"/>
                </a:solidFill>
                <a:latin typeface="Calibri"/>
              </a:rPr>
              <a:t>Fork the repo: https://github.com/cccanvas-upv/cifoin-lab1.git</a:t>
            </a:r>
            <a:endParaRPr b="0" lang="es-ES" sz="1800" spc="-1" strike="noStrike">
              <a:solidFill>
                <a:srgbClr val="000000"/>
              </a:solidFill>
              <a:latin typeface="Arial"/>
            </a:endParaRPr>
          </a:p>
          <a:p>
            <a:pPr lvl="1" marL="800280" indent="-343080" algn="just" defTabSz="914400">
              <a:lnSpc>
                <a:spcPct val="100000"/>
              </a:lnSpc>
              <a:buClr>
                <a:srgbClr val="000000"/>
              </a:buClr>
              <a:buFont typeface="Arial"/>
              <a:buChar char="•"/>
            </a:pPr>
            <a:r>
              <a:rPr b="0" lang="en-US" sz="1800" spc="-1" strike="noStrike">
                <a:solidFill>
                  <a:srgbClr val="000000"/>
                </a:solidFill>
                <a:latin typeface="Calibri"/>
              </a:rPr>
              <a:t>Clone the repo using VSCode</a:t>
            </a:r>
            <a:endParaRPr b="0" lang="es-ES" sz="1800" spc="-1" strike="noStrike">
              <a:solidFill>
                <a:srgbClr val="000000"/>
              </a:solidFill>
              <a:latin typeface="Arial"/>
            </a:endParaRPr>
          </a:p>
          <a:p>
            <a:pPr marL="343080" indent="-343080" algn="just" defTabSz="914400">
              <a:lnSpc>
                <a:spcPct val="100000"/>
              </a:lnSpc>
              <a:buClr>
                <a:srgbClr val="000000"/>
              </a:buClr>
              <a:buFont typeface="Arial"/>
              <a:buChar char="•"/>
            </a:pPr>
            <a:r>
              <a:rPr b="0" lang="en-US" sz="1800" spc="-1" strike="noStrike">
                <a:solidFill>
                  <a:srgbClr val="000000"/>
                </a:solidFill>
                <a:latin typeface="Calibri"/>
              </a:rPr>
              <a:t>Run the Jupyter Notebook: </a:t>
            </a:r>
            <a:endParaRPr b="0" lang="es-ES" sz="1800" spc="-1" strike="noStrike">
              <a:solidFill>
                <a:srgbClr val="000000"/>
              </a:solidFill>
              <a:latin typeface="Arial"/>
            </a:endParaRPr>
          </a:p>
          <a:p>
            <a:pPr lvl="1" marL="800280" indent="-343080" algn="just" defTabSz="914400">
              <a:lnSpc>
                <a:spcPct val="100000"/>
              </a:lnSpc>
              <a:buClr>
                <a:srgbClr val="000000"/>
              </a:buClr>
              <a:buFont typeface="Arial"/>
              <a:buChar char="•"/>
            </a:pPr>
            <a:r>
              <a:rPr b="0" lang="en-US" sz="1800" spc="-1" strike="noStrike">
                <a:solidFill>
                  <a:srgbClr val="000000"/>
                </a:solidFill>
                <a:latin typeface="Calibri"/>
              </a:rPr>
              <a:t>WAVEGUIDES_Student.ipynb </a:t>
            </a:r>
            <a:endParaRPr b="0" lang="es-ES" sz="1800" spc="-1" strike="noStrike">
              <a:solidFill>
                <a:srgbClr val="000000"/>
              </a:solidFill>
              <a:latin typeface="Arial"/>
            </a:endParaRPr>
          </a:p>
          <a:p>
            <a:pPr algn="just" defTabSz="914400">
              <a:lnSpc>
                <a:spcPct val="100000"/>
              </a:lnSpc>
            </a:pPr>
            <a:endParaRPr b="0" lang="es-ES" sz="2000" spc="-1" strike="noStrike">
              <a:solidFill>
                <a:srgbClr val="000000"/>
              </a:solidFill>
              <a:latin typeface="Arial"/>
            </a:endParaRPr>
          </a:p>
          <a:p>
            <a:pPr algn="just" defTabSz="914400">
              <a:lnSpc>
                <a:spcPct val="100000"/>
              </a:lnSpc>
            </a:pPr>
            <a:endParaRPr b="0" lang="es-ES" sz="2000" spc="-1" strike="noStrike">
              <a:solidFill>
                <a:srgbClr val="000000"/>
              </a:solidFill>
              <a:latin typeface="Arial"/>
            </a:endParaRPr>
          </a:p>
        </p:txBody>
      </p:sp>
      <p:sp>
        <p:nvSpPr>
          <p:cNvPr id="55" name="object 7"/>
          <p:cNvSpPr/>
          <p:nvPr/>
        </p:nvSpPr>
        <p:spPr>
          <a:xfrm>
            <a:off x="902880" y="3422880"/>
            <a:ext cx="3928680" cy="1901880"/>
          </a:xfrm>
          <a:custGeom>
            <a:avLst/>
            <a:gdLst>
              <a:gd name="textAreaLeft" fmla="*/ 0 w 3928680"/>
              <a:gd name="textAreaRight" fmla="*/ 3929400 w 3928680"/>
              <a:gd name="textAreaTop" fmla="*/ 0 h 1901880"/>
              <a:gd name="textAreaBottom" fmla="*/ 1902600 h 1901880"/>
            </a:gdLst>
            <a:ahLst/>
            <a:rect l="textAreaLeft" t="textAreaTop" r="textAreaRight" b="textAreaBottom"/>
            <a:pathLst>
              <a:path w="3929379" h="1902460">
                <a:moveTo>
                  <a:pt x="0" y="1901952"/>
                </a:moveTo>
                <a:lnTo>
                  <a:pt x="3928872" y="1901952"/>
                </a:lnTo>
                <a:lnTo>
                  <a:pt x="3928872" y="0"/>
                </a:lnTo>
                <a:lnTo>
                  <a:pt x="0" y="0"/>
                </a:lnTo>
                <a:lnTo>
                  <a:pt x="0" y="1901952"/>
                </a:lnTo>
                <a:close/>
              </a:path>
            </a:pathLst>
          </a:custGeom>
          <a:solidFill>
            <a:srgbClr val="f1f1f1"/>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56" name="object 62"/>
          <p:cNvSpPr/>
          <p:nvPr/>
        </p:nvSpPr>
        <p:spPr>
          <a:xfrm>
            <a:off x="1747080" y="3983760"/>
            <a:ext cx="75600" cy="985320"/>
          </a:xfrm>
          <a:custGeom>
            <a:avLst/>
            <a:gdLst>
              <a:gd name="textAreaLeft" fmla="*/ 0 w 75600"/>
              <a:gd name="textAreaRight" fmla="*/ 76320 w 75600"/>
              <a:gd name="textAreaTop" fmla="*/ 0 h 985320"/>
              <a:gd name="textAreaBottom" fmla="*/ 986040 h 985320"/>
            </a:gdLst>
            <a:ahLst/>
            <a:rect l="textAreaLeft" t="textAreaTop" r="textAreaRight" b="textAreaBottom"/>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57" name="object 63"/>
          <p:cNvSpPr/>
          <p:nvPr/>
        </p:nvSpPr>
        <p:spPr>
          <a:xfrm>
            <a:off x="1091160" y="4210920"/>
            <a:ext cx="577080" cy="654120"/>
          </a:xfrm>
          <a:prstGeom prst="rect">
            <a:avLst/>
          </a:prstGeom>
          <a:noFill/>
          <a:ln w="0">
            <a:noFill/>
          </a:ln>
        </p:spPr>
        <p:style>
          <a:lnRef idx="0"/>
          <a:fillRef idx="0"/>
          <a:effectRef idx="0"/>
          <a:fontRef idx="minor"/>
        </p:style>
        <p:txBody>
          <a:bodyPr lIns="0" rIns="0" tIns="13320" bIns="0" anchor="t">
            <a:spAutoFit/>
          </a:bodyPr>
          <a:p>
            <a:pPr algn="ctr" defTabSz="914400">
              <a:lnSpc>
                <a:spcPct val="100000"/>
              </a:lnSpc>
              <a:spcBef>
                <a:spcPts val="105"/>
              </a:spcBef>
            </a:pPr>
            <a:r>
              <a:rPr b="0" lang="es-ES" sz="1400" spc="-1" strike="noStrike">
                <a:solidFill>
                  <a:schemeClr val="dk1"/>
                </a:solidFill>
                <a:latin typeface="Calibri"/>
              </a:rPr>
              <a:t>h</a:t>
            </a:r>
            <a:endParaRPr b="0" lang="es-ES" sz="1400" spc="-1" strike="noStrike">
              <a:solidFill>
                <a:srgbClr val="000000"/>
              </a:solidFill>
              <a:latin typeface="Arial"/>
            </a:endParaRPr>
          </a:p>
          <a:p>
            <a:pPr algn="ctr" defTabSz="914400">
              <a:lnSpc>
                <a:spcPct val="100000"/>
              </a:lnSpc>
              <a:spcBef>
                <a:spcPts val="6"/>
              </a:spcBef>
            </a:pPr>
            <a:r>
              <a:rPr b="0" lang="es-ES" sz="1400" spc="-12" strike="noStrike">
                <a:solidFill>
                  <a:schemeClr val="dk1"/>
                </a:solidFill>
                <a:latin typeface="Calibri"/>
              </a:rPr>
              <a:t>(h</a:t>
            </a:r>
            <a:r>
              <a:rPr b="0" lang="es-ES" sz="1400" spc="-1" strike="noStrike">
                <a:solidFill>
                  <a:schemeClr val="dk1"/>
                </a:solidFill>
                <a:latin typeface="Calibri"/>
              </a:rPr>
              <a:t>eig</a:t>
            </a:r>
            <a:r>
              <a:rPr b="0" lang="es-ES" sz="1400" spc="-26" strike="noStrike">
                <a:solidFill>
                  <a:schemeClr val="dk1"/>
                </a:solidFill>
                <a:latin typeface="Calibri"/>
              </a:rPr>
              <a:t>h</a:t>
            </a:r>
            <a:r>
              <a:rPr b="0" lang="es-ES" sz="1400" spc="-7" strike="noStrike">
                <a:solidFill>
                  <a:schemeClr val="dk1"/>
                </a:solidFill>
                <a:latin typeface="Calibri"/>
              </a:rPr>
              <a:t>t</a:t>
            </a:r>
            <a:r>
              <a:rPr b="0" lang="es-ES" sz="1400" spc="-1" strike="noStrike">
                <a:solidFill>
                  <a:schemeClr val="dk1"/>
                </a:solidFill>
                <a:latin typeface="Calibri"/>
              </a:rPr>
              <a:t>)</a:t>
            </a:r>
            <a:endParaRPr b="0" lang="es-ES" sz="1400" spc="-1" strike="noStrike">
              <a:solidFill>
                <a:srgbClr val="000000"/>
              </a:solidFill>
              <a:latin typeface="Arial"/>
            </a:endParaRPr>
          </a:p>
        </p:txBody>
      </p:sp>
      <p:sp>
        <p:nvSpPr>
          <p:cNvPr id="58" name="object 64"/>
          <p:cNvSpPr/>
          <p:nvPr/>
        </p:nvSpPr>
        <p:spPr>
          <a:xfrm>
            <a:off x="1984680" y="3773520"/>
            <a:ext cx="1757520" cy="75600"/>
          </a:xfrm>
          <a:custGeom>
            <a:avLst/>
            <a:gdLst>
              <a:gd name="textAreaLeft" fmla="*/ 0 w 1757520"/>
              <a:gd name="textAreaRight" fmla="*/ 1758240 w 1757520"/>
              <a:gd name="textAreaTop" fmla="*/ 0 h 75600"/>
              <a:gd name="textAreaBottom" fmla="*/ 76320 h 75600"/>
            </a:gdLst>
            <a:ahLst/>
            <a:rect l="textAreaLeft" t="textAreaTop" r="textAreaRight" b="textAreaBottom"/>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59" name="object 65"/>
          <p:cNvSpPr/>
          <p:nvPr/>
        </p:nvSpPr>
        <p:spPr>
          <a:xfrm>
            <a:off x="2504880" y="3532680"/>
            <a:ext cx="732600" cy="439920"/>
          </a:xfrm>
          <a:prstGeom prst="rect">
            <a:avLst/>
          </a:prstGeom>
          <a:noFill/>
          <a:ln w="0">
            <a:noFill/>
          </a:ln>
        </p:spPr>
        <p:style>
          <a:lnRef idx="0"/>
          <a:fillRef idx="0"/>
          <a:effectRef idx="0"/>
          <a:fontRef idx="minor"/>
        </p:style>
        <p:txBody>
          <a:bodyPr lIns="0" rIns="0" tIns="13320" bIns="0" anchor="t">
            <a:spAutoFit/>
          </a:bodyPr>
          <a:p>
            <a:pPr defTabSz="914400">
              <a:lnSpc>
                <a:spcPct val="100000"/>
              </a:lnSpc>
              <a:spcBef>
                <a:spcPts val="105"/>
              </a:spcBef>
            </a:pPr>
            <a:r>
              <a:rPr b="0" lang="es-ES" sz="1400" spc="1" strike="noStrike">
                <a:solidFill>
                  <a:schemeClr val="dk1"/>
                </a:solidFill>
                <a:latin typeface="Calibri"/>
              </a:rPr>
              <a:t>W</a:t>
            </a:r>
            <a:r>
              <a:rPr b="0" lang="es-ES" sz="1400" spc="-66" strike="noStrike">
                <a:solidFill>
                  <a:schemeClr val="dk1"/>
                </a:solidFill>
                <a:latin typeface="Calibri"/>
              </a:rPr>
              <a:t> </a:t>
            </a:r>
            <a:r>
              <a:rPr b="0" lang="es-ES" sz="1400" spc="-7" strike="noStrike">
                <a:solidFill>
                  <a:schemeClr val="dk1"/>
                </a:solidFill>
                <a:latin typeface="Calibri"/>
              </a:rPr>
              <a:t>(width)</a:t>
            </a:r>
            <a:endParaRPr b="0" lang="es-ES" sz="1400" spc="-1" strike="noStrike">
              <a:solidFill>
                <a:srgbClr val="000000"/>
              </a:solidFill>
              <a:latin typeface="Arial"/>
            </a:endParaRPr>
          </a:p>
        </p:txBody>
      </p:sp>
      <p:sp>
        <p:nvSpPr>
          <p:cNvPr id="60" name="object 73"/>
          <p:cNvSpPr/>
          <p:nvPr/>
        </p:nvSpPr>
        <p:spPr>
          <a:xfrm>
            <a:off x="1984680" y="3983760"/>
            <a:ext cx="1758240" cy="604080"/>
          </a:xfrm>
          <a:prstGeom prst="rect">
            <a:avLst/>
          </a:prstGeom>
          <a:solidFill>
            <a:srgbClr val="ccb657"/>
          </a:solidFill>
          <a:ln w="0">
            <a:noFill/>
          </a:ln>
        </p:spPr>
        <p:style>
          <a:lnRef idx="0"/>
          <a:fillRef idx="0"/>
          <a:effectRef idx="0"/>
          <a:fontRef idx="minor"/>
        </p:style>
        <p:txBody>
          <a:bodyPr lIns="0" rIns="0" tIns="2520" bIns="0" anchor="t">
            <a:spAutoFit/>
          </a:bodyPr>
          <a:p>
            <a:pPr defTabSz="914400">
              <a:lnSpc>
                <a:spcPct val="100000"/>
              </a:lnSpc>
              <a:spcBef>
                <a:spcPts val="20"/>
              </a:spcBef>
            </a:pPr>
            <a:endParaRPr b="0" lang="es-ES" sz="2350" spc="-1" strike="noStrike">
              <a:solidFill>
                <a:srgbClr val="000000"/>
              </a:solidFill>
              <a:latin typeface="Arial"/>
            </a:endParaRPr>
          </a:p>
          <a:p>
            <a:pPr marL="18360" algn="ctr" defTabSz="914400">
              <a:lnSpc>
                <a:spcPct val="100000"/>
              </a:lnSpc>
            </a:pPr>
            <a:r>
              <a:rPr b="1" lang="es-ES" sz="1600" spc="-12" strike="noStrike">
                <a:solidFill>
                  <a:schemeClr val="dk1"/>
                </a:solidFill>
                <a:latin typeface="Calibri"/>
              </a:rPr>
              <a:t>Core</a:t>
            </a:r>
            <a:endParaRPr b="0" lang="es-ES" sz="1600" spc="-1" strike="noStrike">
              <a:solidFill>
                <a:srgbClr val="000000"/>
              </a:solidFill>
              <a:latin typeface="Arial"/>
            </a:endParaRPr>
          </a:p>
        </p:txBody>
      </p:sp>
      <p:sp>
        <p:nvSpPr>
          <p:cNvPr id="61" name="object 74"/>
          <p:cNvSpPr/>
          <p:nvPr/>
        </p:nvSpPr>
        <p:spPr>
          <a:xfrm>
            <a:off x="3984120" y="4338360"/>
            <a:ext cx="740160" cy="499320"/>
          </a:xfrm>
          <a:prstGeom prst="rect">
            <a:avLst/>
          </a:prstGeom>
          <a:noFill/>
          <a:ln w="0">
            <a:noFill/>
          </a:ln>
        </p:spPr>
        <p:style>
          <a:lnRef idx="0"/>
          <a:fillRef idx="0"/>
          <a:effectRef idx="0"/>
          <a:fontRef idx="minor"/>
        </p:style>
        <p:txBody>
          <a:bodyPr lIns="0" rIns="0" tIns="12240" bIns="0" anchor="t">
            <a:spAutoFit/>
          </a:bodyPr>
          <a:p>
            <a:pPr defTabSz="914400">
              <a:lnSpc>
                <a:spcPct val="100000"/>
              </a:lnSpc>
              <a:spcBef>
                <a:spcPts val="96"/>
              </a:spcBef>
            </a:pPr>
            <a:r>
              <a:rPr b="1" lang="es-ES" sz="1600" spc="-12" strike="noStrike">
                <a:solidFill>
                  <a:schemeClr val="dk1"/>
                </a:solidFill>
                <a:latin typeface="Calibri"/>
              </a:rPr>
              <a:t>Cladding</a:t>
            </a:r>
            <a:endParaRPr b="0" lang="es-ES" sz="1600" spc="-1" strike="noStrike">
              <a:solidFill>
                <a:srgbClr val="000000"/>
              </a:solidFill>
              <a:latin typeface="Arial"/>
            </a:endParaRPr>
          </a:p>
        </p:txBody>
      </p:sp>
      <p:sp>
        <p:nvSpPr>
          <p:cNvPr id="62" name="object 7"/>
          <p:cNvSpPr/>
          <p:nvPr/>
        </p:nvSpPr>
        <p:spPr>
          <a:xfrm>
            <a:off x="7391520" y="3422880"/>
            <a:ext cx="3928680" cy="1901880"/>
          </a:xfrm>
          <a:custGeom>
            <a:avLst/>
            <a:gdLst>
              <a:gd name="textAreaLeft" fmla="*/ 0 w 3928680"/>
              <a:gd name="textAreaRight" fmla="*/ 3929400 w 3928680"/>
              <a:gd name="textAreaTop" fmla="*/ 0 h 1901880"/>
              <a:gd name="textAreaBottom" fmla="*/ 1902600 h 1901880"/>
            </a:gdLst>
            <a:ahLst/>
            <a:rect l="textAreaLeft" t="textAreaTop" r="textAreaRight" b="textAreaBottom"/>
            <a:pathLst>
              <a:path w="3929379" h="1902460">
                <a:moveTo>
                  <a:pt x="0" y="1901952"/>
                </a:moveTo>
                <a:lnTo>
                  <a:pt x="3928872" y="1901952"/>
                </a:lnTo>
                <a:lnTo>
                  <a:pt x="3928872" y="0"/>
                </a:lnTo>
                <a:lnTo>
                  <a:pt x="0" y="0"/>
                </a:lnTo>
                <a:lnTo>
                  <a:pt x="0" y="1901952"/>
                </a:lnTo>
                <a:close/>
              </a:path>
            </a:pathLst>
          </a:custGeom>
          <a:solidFill>
            <a:srgbClr val="f1f1f1"/>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63" name="object 64"/>
          <p:cNvSpPr/>
          <p:nvPr/>
        </p:nvSpPr>
        <p:spPr>
          <a:xfrm>
            <a:off x="8473320" y="3773520"/>
            <a:ext cx="1757520" cy="75600"/>
          </a:xfrm>
          <a:custGeom>
            <a:avLst/>
            <a:gdLst>
              <a:gd name="textAreaLeft" fmla="*/ 0 w 1757520"/>
              <a:gd name="textAreaRight" fmla="*/ 1758240 w 1757520"/>
              <a:gd name="textAreaTop" fmla="*/ 0 h 75600"/>
              <a:gd name="textAreaBottom" fmla="*/ 76320 h 75600"/>
            </a:gdLst>
            <a:ahLst/>
            <a:rect l="textAreaLeft" t="textAreaTop" r="textAreaRight" b="textAreaBottom"/>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64" name="object 65"/>
          <p:cNvSpPr/>
          <p:nvPr/>
        </p:nvSpPr>
        <p:spPr>
          <a:xfrm>
            <a:off x="8993520" y="3532680"/>
            <a:ext cx="732600" cy="439920"/>
          </a:xfrm>
          <a:prstGeom prst="rect">
            <a:avLst/>
          </a:prstGeom>
          <a:noFill/>
          <a:ln w="0">
            <a:noFill/>
          </a:ln>
        </p:spPr>
        <p:style>
          <a:lnRef idx="0"/>
          <a:fillRef idx="0"/>
          <a:effectRef idx="0"/>
          <a:fontRef idx="minor"/>
        </p:style>
        <p:txBody>
          <a:bodyPr lIns="0" rIns="0" tIns="13320" bIns="0" anchor="t">
            <a:spAutoFit/>
          </a:bodyPr>
          <a:p>
            <a:pPr defTabSz="914400">
              <a:lnSpc>
                <a:spcPct val="100000"/>
              </a:lnSpc>
              <a:spcBef>
                <a:spcPts val="105"/>
              </a:spcBef>
            </a:pPr>
            <a:r>
              <a:rPr b="0" lang="es-ES" sz="1400" spc="1" strike="noStrike">
                <a:solidFill>
                  <a:schemeClr val="dk1"/>
                </a:solidFill>
                <a:latin typeface="Calibri"/>
              </a:rPr>
              <a:t>W</a:t>
            </a:r>
            <a:r>
              <a:rPr b="0" lang="es-ES" sz="1400" spc="-66" strike="noStrike">
                <a:solidFill>
                  <a:schemeClr val="dk1"/>
                </a:solidFill>
                <a:latin typeface="Calibri"/>
              </a:rPr>
              <a:t> </a:t>
            </a:r>
            <a:r>
              <a:rPr b="0" lang="es-ES" sz="1400" spc="-7" strike="noStrike">
                <a:solidFill>
                  <a:schemeClr val="dk1"/>
                </a:solidFill>
                <a:latin typeface="Calibri"/>
              </a:rPr>
              <a:t>(width)</a:t>
            </a:r>
            <a:endParaRPr b="0" lang="es-ES" sz="1400" spc="-1" strike="noStrike">
              <a:solidFill>
                <a:srgbClr val="000000"/>
              </a:solidFill>
              <a:latin typeface="Arial"/>
            </a:endParaRPr>
          </a:p>
        </p:txBody>
      </p:sp>
      <p:sp>
        <p:nvSpPr>
          <p:cNvPr id="65" name="object 73"/>
          <p:cNvSpPr/>
          <p:nvPr/>
        </p:nvSpPr>
        <p:spPr>
          <a:xfrm>
            <a:off x="8473320" y="3983760"/>
            <a:ext cx="1758240" cy="604080"/>
          </a:xfrm>
          <a:prstGeom prst="rect">
            <a:avLst/>
          </a:prstGeom>
          <a:solidFill>
            <a:srgbClr val="ccb657"/>
          </a:solidFill>
          <a:ln w="0">
            <a:noFill/>
          </a:ln>
        </p:spPr>
        <p:style>
          <a:lnRef idx="0"/>
          <a:fillRef idx="0"/>
          <a:effectRef idx="0"/>
          <a:fontRef idx="minor"/>
        </p:style>
        <p:txBody>
          <a:bodyPr lIns="0" rIns="0" tIns="2520" bIns="0" anchor="t">
            <a:spAutoFit/>
          </a:bodyPr>
          <a:p>
            <a:pPr defTabSz="914400">
              <a:lnSpc>
                <a:spcPct val="100000"/>
              </a:lnSpc>
              <a:spcBef>
                <a:spcPts val="20"/>
              </a:spcBef>
            </a:pPr>
            <a:endParaRPr b="0" lang="es-ES" sz="2350" spc="-1" strike="noStrike">
              <a:solidFill>
                <a:srgbClr val="000000"/>
              </a:solidFill>
              <a:latin typeface="Arial"/>
            </a:endParaRPr>
          </a:p>
          <a:p>
            <a:pPr marL="18360" algn="ctr" defTabSz="914400">
              <a:lnSpc>
                <a:spcPct val="100000"/>
              </a:lnSpc>
            </a:pPr>
            <a:r>
              <a:rPr b="1" lang="es-ES" sz="1600" spc="-12" strike="noStrike">
                <a:solidFill>
                  <a:schemeClr val="dk1"/>
                </a:solidFill>
                <a:latin typeface="Calibri"/>
              </a:rPr>
              <a:t>Core</a:t>
            </a:r>
            <a:endParaRPr b="0" lang="es-ES" sz="1600" spc="-1" strike="noStrike">
              <a:solidFill>
                <a:srgbClr val="000000"/>
              </a:solidFill>
              <a:latin typeface="Arial"/>
            </a:endParaRPr>
          </a:p>
        </p:txBody>
      </p:sp>
      <p:sp>
        <p:nvSpPr>
          <p:cNvPr id="66" name="object 74"/>
          <p:cNvSpPr/>
          <p:nvPr/>
        </p:nvSpPr>
        <p:spPr>
          <a:xfrm>
            <a:off x="10472760" y="4338360"/>
            <a:ext cx="740160" cy="499320"/>
          </a:xfrm>
          <a:prstGeom prst="rect">
            <a:avLst/>
          </a:prstGeom>
          <a:noFill/>
          <a:ln w="0">
            <a:noFill/>
          </a:ln>
        </p:spPr>
        <p:style>
          <a:lnRef idx="0"/>
          <a:fillRef idx="0"/>
          <a:effectRef idx="0"/>
          <a:fontRef idx="minor"/>
        </p:style>
        <p:txBody>
          <a:bodyPr lIns="0" rIns="0" tIns="12240" bIns="0" anchor="t">
            <a:spAutoFit/>
          </a:bodyPr>
          <a:p>
            <a:pPr defTabSz="914400">
              <a:lnSpc>
                <a:spcPct val="100000"/>
              </a:lnSpc>
              <a:spcBef>
                <a:spcPts val="96"/>
              </a:spcBef>
            </a:pPr>
            <a:r>
              <a:rPr b="1" lang="es-ES" sz="1600" spc="-12" strike="noStrike">
                <a:solidFill>
                  <a:schemeClr val="dk1"/>
                </a:solidFill>
                <a:latin typeface="Calibri"/>
              </a:rPr>
              <a:t>Cladding</a:t>
            </a:r>
            <a:endParaRPr b="0" lang="es-ES" sz="1600" spc="-1" strike="noStrike">
              <a:solidFill>
                <a:srgbClr val="000000"/>
              </a:solidFill>
              <a:latin typeface="Arial"/>
            </a:endParaRPr>
          </a:p>
        </p:txBody>
      </p:sp>
      <p:sp>
        <p:nvSpPr>
          <p:cNvPr id="67" name="object 73"/>
          <p:cNvSpPr/>
          <p:nvPr/>
        </p:nvSpPr>
        <p:spPr>
          <a:xfrm>
            <a:off x="7391520" y="4690800"/>
            <a:ext cx="3905280" cy="604080"/>
          </a:xfrm>
          <a:prstGeom prst="rect">
            <a:avLst/>
          </a:prstGeom>
          <a:solidFill>
            <a:srgbClr val="ccb657"/>
          </a:solidFill>
          <a:ln w="0">
            <a:noFill/>
          </a:ln>
        </p:spPr>
        <p:style>
          <a:lnRef idx="0"/>
          <a:fillRef idx="0"/>
          <a:effectRef idx="0"/>
          <a:fontRef idx="minor"/>
        </p:style>
        <p:txBody>
          <a:bodyPr lIns="0" rIns="0" tIns="2520" bIns="0" anchor="t">
            <a:spAutoFit/>
          </a:bodyPr>
          <a:p>
            <a:pPr defTabSz="914400">
              <a:lnSpc>
                <a:spcPct val="100000"/>
              </a:lnSpc>
              <a:spcBef>
                <a:spcPts val="20"/>
              </a:spcBef>
            </a:pPr>
            <a:endParaRPr b="0" lang="es-ES" sz="2350" spc="-1" strike="noStrike">
              <a:solidFill>
                <a:srgbClr val="000000"/>
              </a:solidFill>
              <a:latin typeface="Arial"/>
            </a:endParaRPr>
          </a:p>
          <a:p>
            <a:pPr marL="18360" defTabSz="914400">
              <a:lnSpc>
                <a:spcPct val="100000"/>
              </a:lnSpc>
            </a:pPr>
            <a:r>
              <a:rPr b="1" lang="es-ES" sz="1600" spc="-12" strike="noStrike">
                <a:solidFill>
                  <a:schemeClr val="dk1"/>
                </a:solidFill>
                <a:latin typeface="Calibri"/>
              </a:rPr>
              <a:t>Slab</a:t>
            </a:r>
            <a:endParaRPr b="0" lang="es-ES" sz="1600" spc="-1" strike="noStrike">
              <a:solidFill>
                <a:srgbClr val="000000"/>
              </a:solidFill>
              <a:latin typeface="Arial"/>
            </a:endParaRPr>
          </a:p>
        </p:txBody>
      </p:sp>
      <p:sp>
        <p:nvSpPr>
          <p:cNvPr id="68" name="object 62"/>
          <p:cNvSpPr/>
          <p:nvPr/>
        </p:nvSpPr>
        <p:spPr>
          <a:xfrm>
            <a:off x="8575920" y="3994200"/>
            <a:ext cx="55440" cy="694440"/>
          </a:xfrm>
          <a:custGeom>
            <a:avLst/>
            <a:gdLst>
              <a:gd name="textAreaLeft" fmla="*/ 0 w 55440"/>
              <a:gd name="textAreaRight" fmla="*/ 56160 w 55440"/>
              <a:gd name="textAreaTop" fmla="*/ 0 h 694440"/>
              <a:gd name="textAreaBottom" fmla="*/ 695160 h 694440"/>
            </a:gdLst>
            <a:ahLst/>
            <a:rect l="textAreaLeft" t="textAreaTop" r="textAreaRight" b="textAreaBottom"/>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69" name="object 62"/>
          <p:cNvSpPr/>
          <p:nvPr/>
        </p:nvSpPr>
        <p:spPr>
          <a:xfrm>
            <a:off x="8233200" y="4689360"/>
            <a:ext cx="54360" cy="612720"/>
          </a:xfrm>
          <a:custGeom>
            <a:avLst/>
            <a:gdLst>
              <a:gd name="textAreaLeft" fmla="*/ 0 w 54360"/>
              <a:gd name="textAreaRight" fmla="*/ 55080 w 54360"/>
              <a:gd name="textAreaTop" fmla="*/ 0 h 612720"/>
              <a:gd name="textAreaBottom" fmla="*/ 613440 h 612720"/>
            </a:gdLst>
            <a:ahLst/>
            <a:rect l="textAreaLeft" t="textAreaTop" r="textAreaRight" b="textAreaBottom"/>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70" name="object 63"/>
          <p:cNvSpPr/>
          <p:nvPr/>
        </p:nvSpPr>
        <p:spPr>
          <a:xfrm>
            <a:off x="8352000" y="4887000"/>
            <a:ext cx="673200" cy="226440"/>
          </a:xfrm>
          <a:prstGeom prst="rect">
            <a:avLst/>
          </a:prstGeom>
          <a:noFill/>
          <a:ln w="0">
            <a:noFill/>
          </a:ln>
        </p:spPr>
        <p:style>
          <a:lnRef idx="0"/>
          <a:fillRef idx="0"/>
          <a:effectRef idx="0"/>
          <a:fontRef idx="minor"/>
        </p:style>
        <p:txBody>
          <a:bodyPr lIns="0" rIns="0" tIns="13320" bIns="0" anchor="t">
            <a:spAutoFit/>
          </a:bodyPr>
          <a:p>
            <a:pPr defTabSz="914400">
              <a:lnSpc>
                <a:spcPct val="100000"/>
              </a:lnSpc>
              <a:spcBef>
                <a:spcPts val="105"/>
              </a:spcBef>
            </a:pPr>
            <a:r>
              <a:rPr b="0" lang="es-ES" sz="1400" spc="-1" strike="noStrike">
                <a:solidFill>
                  <a:schemeClr val="dk1"/>
                </a:solidFill>
                <a:latin typeface="Calibri"/>
              </a:rPr>
              <a:t>h_slab</a:t>
            </a:r>
            <a:endParaRPr b="0" lang="es-ES" sz="1400" spc="-1" strike="noStrike">
              <a:solidFill>
                <a:srgbClr val="000000"/>
              </a:solidFill>
              <a:latin typeface="Arial"/>
            </a:endParaRPr>
          </a:p>
        </p:txBody>
      </p:sp>
      <p:sp>
        <p:nvSpPr>
          <p:cNvPr id="71" name="object 63"/>
          <p:cNvSpPr/>
          <p:nvPr/>
        </p:nvSpPr>
        <p:spPr>
          <a:xfrm>
            <a:off x="8706240" y="3990240"/>
            <a:ext cx="1379520" cy="226440"/>
          </a:xfrm>
          <a:prstGeom prst="rect">
            <a:avLst/>
          </a:prstGeom>
          <a:noFill/>
          <a:ln w="0">
            <a:noFill/>
          </a:ln>
        </p:spPr>
        <p:style>
          <a:lnRef idx="0"/>
          <a:fillRef idx="0"/>
          <a:effectRef idx="0"/>
          <a:fontRef idx="minor"/>
        </p:style>
        <p:txBody>
          <a:bodyPr lIns="0" rIns="0" tIns="13320" bIns="0" anchor="t">
            <a:spAutoFit/>
          </a:bodyPr>
          <a:p>
            <a:pPr defTabSz="914400">
              <a:lnSpc>
                <a:spcPct val="100000"/>
              </a:lnSpc>
              <a:spcBef>
                <a:spcPts val="105"/>
              </a:spcBef>
            </a:pPr>
            <a:r>
              <a:rPr b="0" lang="es-ES" sz="1400" spc="-12" strike="noStrike">
                <a:solidFill>
                  <a:schemeClr val="dk1"/>
                </a:solidFill>
                <a:latin typeface="Calibri"/>
              </a:rPr>
              <a:t>h_core </a:t>
            </a:r>
            <a:endParaRPr b="0" lang="es-ES" sz="1400" spc="-1" strike="noStrike">
              <a:solidFill>
                <a:srgbClr val="000000"/>
              </a:solidFill>
              <a:latin typeface="Arial"/>
            </a:endParaRPr>
          </a:p>
        </p:txBody>
      </p:sp>
      <p:sp>
        <p:nvSpPr>
          <p:cNvPr id="72" name="CuadroTexto 1"/>
          <p:cNvSpPr/>
          <p:nvPr/>
        </p:nvSpPr>
        <p:spPr>
          <a:xfrm>
            <a:off x="9159120" y="5257080"/>
            <a:ext cx="227520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chemeClr val="dk1"/>
                </a:solidFill>
                <a:latin typeface="Calibri"/>
              </a:rPr>
              <a:t>shallow</a:t>
            </a:r>
            <a:r>
              <a:rPr b="0" lang="en-US" sz="1800" spc="-1" strike="noStrike">
                <a:solidFill>
                  <a:schemeClr val="dk1"/>
                </a:solidFill>
                <a:latin typeface="Calibri"/>
              </a:rPr>
              <a:t> waveguide</a:t>
            </a:r>
            <a:endParaRPr b="0" lang="es-ES" sz="1800" spc="-1" strike="noStrike">
              <a:solidFill>
                <a:srgbClr val="000000"/>
              </a:solidFill>
              <a:latin typeface="Arial"/>
            </a:endParaRPr>
          </a:p>
        </p:txBody>
      </p:sp>
      <p:sp>
        <p:nvSpPr>
          <p:cNvPr id="73" name="CuadroTexto 7"/>
          <p:cNvSpPr/>
          <p:nvPr/>
        </p:nvSpPr>
        <p:spPr>
          <a:xfrm>
            <a:off x="2970000" y="5257080"/>
            <a:ext cx="2156760" cy="3639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chemeClr val="dk1"/>
                </a:solidFill>
                <a:latin typeface="Calibri"/>
              </a:rPr>
              <a:t>deep</a:t>
            </a:r>
            <a:r>
              <a:rPr b="0" lang="en-US" sz="1800" spc="-1" strike="noStrike">
                <a:solidFill>
                  <a:schemeClr val="dk1"/>
                </a:solidFill>
                <a:latin typeface="Calibri"/>
              </a:rPr>
              <a:t> waveguide</a:t>
            </a:r>
            <a:endParaRPr b="0" lang="es-ES" sz="1800" spc="-1" strike="noStrike">
              <a:solidFill>
                <a:srgbClr val="000000"/>
              </a:solidFill>
              <a:latin typeface="Arial"/>
            </a:endParaRPr>
          </a:p>
        </p:txBody>
      </p:sp>
      <p:sp>
        <p:nvSpPr>
          <p:cNvPr id="4" name="PlaceHolder 3"/>
          <p:cNvSpPr>
            <a:spLocks noGrp="1"/>
          </p:cNvSpPr>
          <p:nvPr>
            <p:ph type="sldNum" idx="5"/>
          </p:nvPr>
        </p:nvSpPr>
        <p:spPr/>
        <p:txBody>
          <a:bodyPr/>
          <a:p>
            <a:fld id="{29146026-87F1-4609-8E5D-B1D60AF53B35}"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685800" y="408960"/>
            <a:ext cx="1099368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US" sz="2500" spc="-1" strike="noStrike">
                <a:solidFill>
                  <a:schemeClr val="dk1"/>
                </a:solidFill>
                <a:latin typeface="Calibri"/>
              </a:rPr>
              <a:t>Learning outcome #1 – Effective index of a waveguide</a:t>
            </a:r>
            <a:br>
              <a:rPr sz="2500"/>
            </a:br>
            <a:endParaRPr b="0" lang="es-ES" sz="2500" spc="-1" strike="noStrike">
              <a:solidFill>
                <a:srgbClr val="000000"/>
              </a:solidFill>
              <a:latin typeface="Arial"/>
            </a:endParaRPr>
          </a:p>
        </p:txBody>
      </p:sp>
      <p:pic>
        <p:nvPicPr>
          <p:cNvPr id="75" name="Gráfico 82" descr=""/>
          <p:cNvPicPr/>
          <p:nvPr/>
        </p:nvPicPr>
        <p:blipFill>
          <a:blip r:embed="rId1">
            <a:extLst>
              <a:ext uri="{96DAC541-7B7A-43D3-8B79-37D633B846F1}">
                <asvg:svgBlip xmlns:asvg="http://schemas.microsoft.com/office/drawing/2016/SVG/main" r:embed="rId2"/>
              </a:ext>
            </a:extLst>
          </a:blip>
          <a:stretch/>
        </p:blipFill>
        <p:spPr>
          <a:xfrm>
            <a:off x="5045040" y="6356160"/>
            <a:ext cx="6408720" cy="362520"/>
          </a:xfrm>
          <a:prstGeom prst="rect">
            <a:avLst/>
          </a:prstGeom>
          <a:ln w="0">
            <a:noFill/>
          </a:ln>
        </p:spPr>
      </p:pic>
      <p:sp>
        <p:nvSpPr>
          <p:cNvPr id="76" name="PlaceHolder 2"/>
          <p:cNvSpPr>
            <a:spLocks noGrp="1"/>
          </p:cNvSpPr>
          <p:nvPr>
            <p:ph type="ftr" idx="17"/>
          </p:nvPr>
        </p:nvSpPr>
        <p:spPr>
          <a:xfrm>
            <a:off x="609480" y="6456960"/>
            <a:ext cx="2742480" cy="183960"/>
          </a:xfrm>
          <a:prstGeom prst="rect">
            <a:avLst/>
          </a:prstGeom>
          <a:noFill/>
          <a:ln w="0">
            <a:noFill/>
          </a:ln>
        </p:spPr>
        <p:txBody>
          <a:bodyPr lIns="0" rIns="0" tIns="0" bIns="0" anchor="ctr">
            <a:noAutofit/>
          </a:bodyPr>
          <a:lstStyle>
            <a:lvl1pPr marL="12600" indent="0" defTabSz="914400">
              <a:lnSpc>
                <a:spcPct val="100000"/>
              </a:lnSpc>
              <a:spcBef>
                <a:spcPts val="14"/>
              </a:spcBef>
              <a:buNone/>
              <a:tabLst>
                <a:tab algn="l" pos="0"/>
              </a:tabLst>
              <a:defRPr b="0" lang="es-ES" sz="12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1200" spc="-7" strike="noStrike">
                <a:solidFill>
                  <a:srgbClr val="585858"/>
                </a:solidFill>
                <a:latin typeface="Arial"/>
              </a:rPr>
              <a:t>LAB 1.0 WAVEGUIDES</a:t>
            </a:r>
            <a:endParaRPr b="0" lang="es-ES" sz="1200" spc="-1" strike="noStrike">
              <a:solidFill>
                <a:srgbClr val="000000"/>
              </a:solidFill>
              <a:latin typeface="Times New Roman"/>
            </a:endParaRPr>
          </a:p>
        </p:txBody>
      </p:sp>
      <p:sp>
        <p:nvSpPr>
          <p:cNvPr id="77" name="Marcador de texto 2"/>
          <p:cNvSpPr/>
          <p:nvPr/>
        </p:nvSpPr>
        <p:spPr>
          <a:xfrm>
            <a:off x="608040" y="1295280"/>
            <a:ext cx="11048400" cy="4957560"/>
          </a:xfrm>
          <a:prstGeom prst="rect">
            <a:avLst/>
          </a:prstGeom>
          <a:noFill/>
          <a:ln w="0">
            <a:no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2000" spc="-1" strike="noStrike">
                <a:solidFill>
                  <a:schemeClr val="dk1"/>
                </a:solidFill>
                <a:latin typeface="Calibri"/>
              </a:rPr>
              <a:t>INSTRUCTOR:</a:t>
            </a:r>
            <a:endParaRPr b="0" lang="es-ES" sz="20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000" spc="-1" strike="noStrike">
                <a:solidFill>
                  <a:schemeClr val="dk1"/>
                </a:solidFill>
                <a:latin typeface="Calibri"/>
              </a:rPr>
              <a:t>Present Python and GDSFactory: materials, output, results.</a:t>
            </a:r>
            <a:endParaRPr b="0" lang="es-ES" sz="20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000" spc="-1" strike="noStrike">
                <a:solidFill>
                  <a:schemeClr val="dk1"/>
                </a:solidFill>
                <a:latin typeface="Calibri"/>
              </a:rPr>
              <a:t>Explain how to run a simulation for a particular cross-section. </a:t>
            </a:r>
            <a:endParaRPr b="0" lang="es-ES" sz="20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000" spc="-1" strike="noStrike">
                <a:solidFill>
                  <a:schemeClr val="dk1"/>
                </a:solidFill>
                <a:latin typeface="Calibri"/>
              </a:rPr>
              <a:t>Showcase how to change between shallow and deep waveguide.</a:t>
            </a:r>
            <a:endParaRPr b="0" lang="es-ES" sz="20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000" spc="-1" strike="noStrike">
                <a:solidFill>
                  <a:schemeClr val="dk1"/>
                </a:solidFill>
                <a:latin typeface="Calibri"/>
              </a:rPr>
              <a:t>Describe how to change the wavelength and width for the waveguide analysis.</a:t>
            </a:r>
            <a:endParaRPr b="0" lang="es-ES" sz="20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000" spc="-1" strike="noStrike">
                <a:solidFill>
                  <a:schemeClr val="dk1"/>
                </a:solidFill>
                <a:latin typeface="Calibri"/>
              </a:rPr>
              <a:t>Describe the outputs.</a:t>
            </a:r>
            <a:endParaRPr b="0" lang="es-ES" sz="2000" spc="-1" strike="noStrike">
              <a:solidFill>
                <a:srgbClr val="000000"/>
              </a:solidFill>
              <a:latin typeface="Arial"/>
            </a:endParaRPr>
          </a:p>
          <a:p>
            <a:pPr algn="just" defTabSz="914400">
              <a:lnSpc>
                <a:spcPct val="100000"/>
              </a:lnSpc>
              <a:tabLst>
                <a:tab algn="l" pos="0"/>
              </a:tabLst>
            </a:pPr>
            <a:r>
              <a:rPr b="1" lang="en-US" sz="2000" spc="-1" strike="noStrike">
                <a:solidFill>
                  <a:schemeClr val="dk1"/>
                </a:solidFill>
                <a:latin typeface="Calibri"/>
              </a:rPr>
              <a:t>ALL EXAMPLE #1: </a:t>
            </a:r>
            <a:r>
              <a:rPr b="0" lang="en-US" sz="2000" spc="-1" strike="noStrike">
                <a:solidFill>
                  <a:schemeClr val="dk1"/>
                </a:solidFill>
                <a:latin typeface="Calibri"/>
              </a:rPr>
              <a:t>waveguide width 1.2 µm, deep wvg, wavelength start and end same 1.55 µm </a:t>
            </a:r>
            <a:r>
              <a:rPr b="0" lang="en-US" sz="2000" spc="-1" strike="noStrike">
                <a:solidFill>
                  <a:schemeClr val="dk1"/>
                </a:solidFill>
                <a:latin typeface="Wingdings"/>
              </a:rPr>
              <a:t></a:t>
            </a:r>
            <a:r>
              <a:rPr b="0" lang="en-US" sz="2000" spc="-1" strike="noStrike">
                <a:solidFill>
                  <a:schemeClr val="dk1"/>
                </a:solidFill>
                <a:latin typeface="Calibri"/>
              </a:rPr>
              <a:t> all ”Run”</a:t>
            </a:r>
            <a:endParaRPr b="0" lang="es-ES" sz="2000" spc="-1" strike="noStrike">
              <a:solidFill>
                <a:srgbClr val="000000"/>
              </a:solidFill>
              <a:latin typeface="Arial"/>
            </a:endParaRPr>
          </a:p>
          <a:p>
            <a:pPr algn="just" defTabSz="914400">
              <a:lnSpc>
                <a:spcPct val="100000"/>
              </a:lnSpc>
              <a:tabLst>
                <a:tab algn="l" pos="0"/>
              </a:tabLst>
            </a:pPr>
            <a:r>
              <a:rPr b="1" lang="en-US" sz="2000" spc="-1" strike="noStrike">
                <a:solidFill>
                  <a:schemeClr val="dk1"/>
                </a:solidFill>
                <a:latin typeface="Calibri"/>
              </a:rPr>
              <a:t>ALL: </a:t>
            </a:r>
            <a:r>
              <a:rPr b="0" lang="en-US" sz="2000" spc="-1" strike="noStrike">
                <a:solidFill>
                  <a:schemeClr val="dk1"/>
                </a:solidFill>
                <a:latin typeface="Calibri"/>
              </a:rPr>
              <a:t>Follow</a:t>
            </a:r>
            <a:r>
              <a:rPr b="1" lang="en-US" sz="2000" spc="-1" strike="noStrike">
                <a:solidFill>
                  <a:schemeClr val="dk1"/>
                </a:solidFill>
                <a:latin typeface="Calibri"/>
              </a:rPr>
              <a:t> </a:t>
            </a:r>
            <a:r>
              <a:rPr b="0" lang="en-US" sz="2000" spc="-1" strike="noStrike">
                <a:solidFill>
                  <a:schemeClr val="dk1"/>
                </a:solidFill>
                <a:latin typeface="Calibri"/>
              </a:rPr>
              <a:t>instructor, that will show how to 1) plot mode, 2) explore the results (neff …)</a:t>
            </a:r>
            <a:endParaRPr b="0" lang="es-ES" sz="2000" spc="-1" strike="noStrike">
              <a:solidFill>
                <a:srgbClr val="000000"/>
              </a:solidFill>
              <a:latin typeface="Arial"/>
            </a:endParaRPr>
          </a:p>
          <a:p>
            <a:pPr algn="just" defTabSz="914400">
              <a:lnSpc>
                <a:spcPct val="100000"/>
              </a:lnSpc>
              <a:tabLst>
                <a:tab algn="l" pos="0"/>
              </a:tabLst>
            </a:pPr>
            <a:endParaRPr b="0" lang="es-ES" sz="2000" spc="-1" strike="noStrike">
              <a:solidFill>
                <a:srgbClr val="000000"/>
              </a:solidFill>
              <a:latin typeface="Arial"/>
            </a:endParaRPr>
          </a:p>
          <a:p>
            <a:pPr algn="just" defTabSz="914400">
              <a:lnSpc>
                <a:spcPct val="100000"/>
              </a:lnSpc>
              <a:tabLst>
                <a:tab algn="l" pos="0"/>
              </a:tabLst>
            </a:pPr>
            <a:endParaRPr b="0" lang="es-ES" sz="2000" spc="-1" strike="noStrike">
              <a:solidFill>
                <a:srgbClr val="000000"/>
              </a:solidFill>
              <a:latin typeface="Arial"/>
            </a:endParaRPr>
          </a:p>
        </p:txBody>
      </p:sp>
      <p:sp>
        <p:nvSpPr>
          <p:cNvPr id="78" name="CuadroTexto 1"/>
          <p:cNvSpPr/>
          <p:nvPr/>
        </p:nvSpPr>
        <p:spPr>
          <a:xfrm>
            <a:off x="609480" y="4860360"/>
            <a:ext cx="11199240" cy="1186920"/>
          </a:xfrm>
          <a:prstGeom prst="rect">
            <a:avLst/>
          </a:prstGeom>
          <a:solidFill>
            <a:schemeClr val="bg1">
              <a:lumMod val="95000"/>
            </a:schemeClr>
          </a:solidFill>
          <a:ln w="28575">
            <a:solidFill>
              <a:srgbClr val="e0700d"/>
            </a:solidFill>
            <a:round/>
          </a:ln>
        </p:spPr>
        <p:style>
          <a:lnRef idx="0"/>
          <a:fillRef idx="0"/>
          <a:effectRef idx="0"/>
          <a:fontRef idx="minor"/>
        </p:style>
        <p:txBody>
          <a:bodyPr lIns="90000" rIns="90000" tIns="45000" bIns="45000" anchor="t">
            <a:spAutoFit/>
          </a:bodyPr>
          <a:p>
            <a:pPr algn="just" defTabSz="914400">
              <a:lnSpc>
                <a:spcPct val="100000"/>
              </a:lnSpc>
            </a:pPr>
            <a:r>
              <a:rPr b="0" lang="en-US" sz="1200" spc="-1" strike="noStrike">
                <a:solidFill>
                  <a:schemeClr val="dk1"/>
                </a:solidFill>
                <a:latin typeface="Arial"/>
              </a:rPr>
              <a:t>Document all your results (neff, plot fields of different modes, comparison between different polarizations…)</a:t>
            </a: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p:txBody>
      </p:sp>
      <p:sp>
        <p:nvSpPr>
          <p:cNvPr id="4" name="PlaceHolder 3"/>
          <p:cNvSpPr>
            <a:spLocks noGrp="1"/>
          </p:cNvSpPr>
          <p:nvPr>
            <p:ph type="sldNum" idx="5"/>
          </p:nvPr>
        </p:nvSpPr>
        <p:spPr/>
        <p:txBody>
          <a:bodyPr/>
          <a:p>
            <a:fld id="{813AFB85-3C1B-4778-86E2-EE37E169564A}"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685800" y="408960"/>
            <a:ext cx="1099368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US" sz="2500" spc="-1" strike="noStrike">
                <a:solidFill>
                  <a:schemeClr val="dk1"/>
                </a:solidFill>
                <a:latin typeface="Calibri"/>
              </a:rPr>
              <a:t>Learning outcome #2 – Wavelength behavior</a:t>
            </a:r>
            <a:br>
              <a:rPr sz="2500"/>
            </a:br>
            <a:r>
              <a:rPr b="0" lang="en-US" sz="2000" spc="-1" strike="noStrike">
                <a:solidFill>
                  <a:schemeClr val="dk1"/>
                </a:solidFill>
                <a:latin typeface="Calibri"/>
              </a:rPr>
              <a:t>Wavelength 1.5-1.6 µm (step 0.01 µm) – width 1.2 µm</a:t>
            </a:r>
            <a:endParaRPr b="0" lang="es-ES" sz="2000" spc="-1" strike="noStrike">
              <a:solidFill>
                <a:srgbClr val="000000"/>
              </a:solidFill>
              <a:latin typeface="Arial"/>
            </a:endParaRPr>
          </a:p>
        </p:txBody>
      </p:sp>
      <p:pic>
        <p:nvPicPr>
          <p:cNvPr id="80" name="Gráfico 82" descr=""/>
          <p:cNvPicPr/>
          <p:nvPr/>
        </p:nvPicPr>
        <p:blipFill>
          <a:blip r:embed="rId1">
            <a:extLst>
              <a:ext uri="{96DAC541-7B7A-43D3-8B79-37D633B846F1}">
                <asvg:svgBlip xmlns:asvg="http://schemas.microsoft.com/office/drawing/2016/SVG/main" r:embed="rId2"/>
              </a:ext>
            </a:extLst>
          </a:blip>
          <a:stretch/>
        </p:blipFill>
        <p:spPr>
          <a:xfrm>
            <a:off x="5045040" y="6356160"/>
            <a:ext cx="6408720" cy="362520"/>
          </a:xfrm>
          <a:prstGeom prst="rect">
            <a:avLst/>
          </a:prstGeom>
          <a:ln w="0">
            <a:noFill/>
          </a:ln>
        </p:spPr>
      </p:pic>
      <p:sp>
        <p:nvSpPr>
          <p:cNvPr id="81" name="PlaceHolder 2"/>
          <p:cNvSpPr>
            <a:spLocks noGrp="1"/>
          </p:cNvSpPr>
          <p:nvPr>
            <p:ph type="ftr" idx="18"/>
          </p:nvPr>
        </p:nvSpPr>
        <p:spPr>
          <a:xfrm>
            <a:off x="609480" y="6456960"/>
            <a:ext cx="2742480" cy="183960"/>
          </a:xfrm>
          <a:prstGeom prst="rect">
            <a:avLst/>
          </a:prstGeom>
          <a:noFill/>
          <a:ln w="0">
            <a:noFill/>
          </a:ln>
        </p:spPr>
        <p:txBody>
          <a:bodyPr lIns="0" rIns="0" tIns="0" bIns="0" anchor="ctr">
            <a:noAutofit/>
          </a:bodyPr>
          <a:lstStyle>
            <a:lvl1pPr marL="12600" indent="0" defTabSz="914400">
              <a:lnSpc>
                <a:spcPct val="100000"/>
              </a:lnSpc>
              <a:spcBef>
                <a:spcPts val="14"/>
              </a:spcBef>
              <a:buNone/>
              <a:tabLst>
                <a:tab algn="l" pos="0"/>
              </a:tabLst>
              <a:defRPr b="0" lang="es-ES" sz="12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1200" spc="-7" strike="noStrike">
                <a:solidFill>
                  <a:srgbClr val="585858"/>
                </a:solidFill>
                <a:latin typeface="Arial"/>
              </a:rPr>
              <a:t>LAB 1.0 WAVEGUIDES</a:t>
            </a:r>
            <a:endParaRPr b="0" lang="es-ES" sz="1200" spc="-1" strike="noStrike">
              <a:solidFill>
                <a:srgbClr val="000000"/>
              </a:solidFill>
              <a:latin typeface="Times New Roman"/>
            </a:endParaRPr>
          </a:p>
        </p:txBody>
      </p:sp>
      <p:sp>
        <p:nvSpPr>
          <p:cNvPr id="82" name="CuadroTexto 1"/>
          <p:cNvSpPr/>
          <p:nvPr/>
        </p:nvSpPr>
        <p:spPr>
          <a:xfrm>
            <a:off x="609480" y="4860360"/>
            <a:ext cx="11199240" cy="789480"/>
          </a:xfrm>
          <a:prstGeom prst="rect">
            <a:avLst/>
          </a:prstGeom>
          <a:solidFill>
            <a:schemeClr val="bg1">
              <a:lumMod val="95000"/>
            </a:schemeClr>
          </a:solidFill>
          <a:ln w="28575">
            <a:solidFill>
              <a:srgbClr val="e0700d"/>
            </a:solidFill>
            <a:round/>
          </a:ln>
        </p:spPr>
        <p:style>
          <a:lnRef idx="0"/>
          <a:fillRef idx="0"/>
          <a:effectRef idx="0"/>
          <a:fontRef idx="minor"/>
        </p:style>
        <p:txBody>
          <a:bodyPr lIns="90000" rIns="90000" tIns="45000" bIns="45000" anchor="t">
            <a:spAutoFit/>
          </a:bodyPr>
          <a:p>
            <a:pPr algn="just" defTabSz="914400">
              <a:lnSpc>
                <a:spcPct val="100000"/>
              </a:lnSpc>
            </a:pPr>
            <a:r>
              <a:rPr b="0" lang="en-US" sz="1200" spc="-1" strike="noStrike">
                <a:solidFill>
                  <a:schemeClr val="dk1"/>
                </a:solidFill>
                <a:latin typeface="Arial"/>
              </a:rPr>
              <a:t>Comment results (neff changes this way with wavelength, comparison between different waveguide cross-sections …etc)</a:t>
            </a:r>
            <a:endParaRPr b="0" lang="es-ES" sz="1200" spc="-1" strike="noStrike">
              <a:solidFill>
                <a:srgbClr val="000000"/>
              </a:solidFill>
              <a:latin typeface="Arial"/>
            </a:endParaRPr>
          </a:p>
          <a:p>
            <a:pPr algn="just" defTabSz="914400">
              <a:lnSpc>
                <a:spcPct val="100000"/>
              </a:lnSpc>
              <a:spcBef>
                <a:spcPts val="1191"/>
              </a:spcBef>
              <a:spcAft>
                <a:spcPts val="992"/>
              </a:spcAft>
            </a:pPr>
            <a:r>
              <a:rPr b="0" lang="en-US" sz="1200" spc="-1" strike="noStrike">
                <a:solidFill>
                  <a:schemeClr val="dk1"/>
                </a:solidFill>
                <a:latin typeface="Arial"/>
              </a:rPr>
              <a:t>In both waveguides, neff decreases monotonically with wavelength due to normal dispersion. The shallow waveguide  shows higher neff for all modes and keeps them guided across the full range, while the deep waveguide fall bellow the SIO2 index and become unguided above ~ 1,54 um.</a:t>
            </a:r>
            <a:endParaRPr b="0" lang="es-ES" sz="1200" spc="-1" strike="noStrike">
              <a:solidFill>
                <a:srgbClr val="000000"/>
              </a:solidFill>
              <a:latin typeface="Arial"/>
            </a:endParaRPr>
          </a:p>
        </p:txBody>
      </p:sp>
      <p:sp>
        <p:nvSpPr>
          <p:cNvPr id="83" name="Rectángulo 4"/>
          <p:cNvSpPr/>
          <p:nvPr/>
        </p:nvSpPr>
        <p:spPr>
          <a:xfrm>
            <a:off x="609480" y="1418400"/>
            <a:ext cx="5331960" cy="3305160"/>
          </a:xfrm>
          <a:prstGeom prst="rect">
            <a:avLst/>
          </a:prstGeom>
          <a:noFill/>
          <a:ln w="28575">
            <a:solidFill>
              <a:srgbClr val="e0700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4" name="CuadroTexto 5"/>
          <p:cNvSpPr/>
          <p:nvPr/>
        </p:nvSpPr>
        <p:spPr>
          <a:xfrm>
            <a:off x="2138040" y="2671200"/>
            <a:ext cx="2275200" cy="9126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chemeClr val="dk1"/>
                </a:solidFill>
                <a:latin typeface="Calibri"/>
              </a:rPr>
              <a:t>shallow</a:t>
            </a:r>
            <a:r>
              <a:rPr b="0" lang="en-US" sz="1800" spc="-1" strike="noStrike">
                <a:solidFill>
                  <a:schemeClr val="dk1"/>
                </a:solidFill>
                <a:latin typeface="Calibri"/>
              </a:rPr>
              <a:t> waveguide</a:t>
            </a:r>
            <a:endParaRPr b="0" lang="es-ES" sz="1800" spc="-1" strike="noStrike">
              <a:solidFill>
                <a:srgbClr val="000000"/>
              </a:solidFill>
              <a:latin typeface="Arial"/>
            </a:endParaRPr>
          </a:p>
          <a:p>
            <a:pPr algn="ctr" defTabSz="914400">
              <a:lnSpc>
                <a:spcPct val="100000"/>
              </a:lnSpc>
            </a:pPr>
            <a:endParaRPr b="0" lang="es-ES" sz="1800" spc="-1" strike="noStrike">
              <a:solidFill>
                <a:srgbClr val="000000"/>
              </a:solidFill>
              <a:latin typeface="Arial"/>
            </a:endParaRPr>
          </a:p>
          <a:p>
            <a:pPr algn="ctr" defTabSz="914400">
              <a:lnSpc>
                <a:spcPct val="100000"/>
              </a:lnSpc>
            </a:pPr>
            <a:r>
              <a:rPr b="0" lang="en-US" sz="1800" spc="-1" strike="noStrike">
                <a:solidFill>
                  <a:schemeClr val="dk1"/>
                </a:solidFill>
                <a:latin typeface="Calibri"/>
              </a:rPr>
              <a:t>Paste plot here</a:t>
            </a:r>
            <a:endParaRPr b="0" lang="es-ES" sz="1800" spc="-1" strike="noStrike">
              <a:solidFill>
                <a:srgbClr val="000000"/>
              </a:solidFill>
              <a:latin typeface="Arial"/>
            </a:endParaRPr>
          </a:p>
        </p:txBody>
      </p:sp>
      <p:sp>
        <p:nvSpPr>
          <p:cNvPr id="85" name="Rectángulo 6"/>
          <p:cNvSpPr/>
          <p:nvPr/>
        </p:nvSpPr>
        <p:spPr>
          <a:xfrm>
            <a:off x="6476760" y="1418400"/>
            <a:ext cx="5331960" cy="3305160"/>
          </a:xfrm>
          <a:prstGeom prst="rect">
            <a:avLst/>
          </a:prstGeom>
          <a:noFill/>
          <a:ln w="28575">
            <a:solidFill>
              <a:srgbClr val="e0700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86" name="CuadroTexto 7"/>
          <p:cNvSpPr/>
          <p:nvPr/>
        </p:nvSpPr>
        <p:spPr>
          <a:xfrm>
            <a:off x="8162640" y="2671200"/>
            <a:ext cx="1961280" cy="9126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1800" spc="-1" strike="noStrike">
                <a:solidFill>
                  <a:schemeClr val="dk1"/>
                </a:solidFill>
                <a:latin typeface="Calibri"/>
              </a:rPr>
              <a:t>deep</a:t>
            </a:r>
            <a:r>
              <a:rPr b="0" lang="en-US" sz="1800" spc="-1" strike="noStrike">
                <a:solidFill>
                  <a:schemeClr val="dk1"/>
                </a:solidFill>
                <a:latin typeface="Calibri"/>
              </a:rPr>
              <a:t> waveguide</a:t>
            </a:r>
            <a:endParaRPr b="0" lang="es-ES" sz="1800" spc="-1" strike="noStrike">
              <a:solidFill>
                <a:srgbClr val="000000"/>
              </a:solidFill>
              <a:latin typeface="Arial"/>
            </a:endParaRPr>
          </a:p>
          <a:p>
            <a:pPr algn="ctr" defTabSz="914400">
              <a:lnSpc>
                <a:spcPct val="100000"/>
              </a:lnSpc>
            </a:pPr>
            <a:endParaRPr b="0" lang="es-ES" sz="1800" spc="-1" strike="noStrike">
              <a:solidFill>
                <a:srgbClr val="000000"/>
              </a:solidFill>
              <a:latin typeface="Arial"/>
            </a:endParaRPr>
          </a:p>
          <a:p>
            <a:pPr algn="ctr" defTabSz="914400">
              <a:lnSpc>
                <a:spcPct val="100000"/>
              </a:lnSpc>
            </a:pPr>
            <a:r>
              <a:rPr b="0" lang="en-US" sz="1800" spc="-1" strike="noStrike">
                <a:solidFill>
                  <a:schemeClr val="dk1"/>
                </a:solidFill>
                <a:latin typeface="Calibri"/>
              </a:rPr>
              <a:t>Paste plot here</a:t>
            </a:r>
            <a:endParaRPr b="0" lang="es-ES" sz="1800" spc="-1" strike="noStrike">
              <a:solidFill>
                <a:srgbClr val="000000"/>
              </a:solidFill>
              <a:latin typeface="Arial"/>
            </a:endParaRPr>
          </a:p>
        </p:txBody>
      </p:sp>
      <p:sp>
        <p:nvSpPr>
          <p:cNvPr id="87" name="CuadroTexto 8"/>
          <p:cNvSpPr/>
          <p:nvPr/>
        </p:nvSpPr>
        <p:spPr>
          <a:xfrm>
            <a:off x="642960" y="4402800"/>
            <a:ext cx="2269080" cy="363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pc="-1" strike="noStrike">
                <a:solidFill>
                  <a:schemeClr val="dk1"/>
                </a:solidFill>
                <a:latin typeface="Calibri"/>
              </a:rPr>
              <a:t>slab = 150nm</a:t>
            </a:r>
            <a:endParaRPr b="0" lang="es-ES" sz="1800" spc="-1" strike="noStrike">
              <a:solidFill>
                <a:srgbClr val="000000"/>
              </a:solidFill>
              <a:latin typeface="Arial"/>
            </a:endParaRPr>
          </a:p>
        </p:txBody>
      </p:sp>
      <p:pic>
        <p:nvPicPr>
          <p:cNvPr id="88" name="" descr=""/>
          <p:cNvPicPr/>
          <p:nvPr/>
        </p:nvPicPr>
        <p:blipFill>
          <a:blip r:embed="rId3"/>
          <a:stretch/>
        </p:blipFill>
        <p:spPr>
          <a:xfrm>
            <a:off x="6476760" y="1440000"/>
            <a:ext cx="5298120" cy="3081240"/>
          </a:xfrm>
          <a:prstGeom prst="rect">
            <a:avLst/>
          </a:prstGeom>
          <a:ln w="0">
            <a:noFill/>
          </a:ln>
        </p:spPr>
      </p:pic>
      <p:pic>
        <p:nvPicPr>
          <p:cNvPr id="89" name="" descr=""/>
          <p:cNvPicPr/>
          <p:nvPr/>
        </p:nvPicPr>
        <p:blipFill>
          <a:blip r:embed="rId4"/>
          <a:stretch/>
        </p:blipFill>
        <p:spPr>
          <a:xfrm>
            <a:off x="609480" y="1440000"/>
            <a:ext cx="5297760" cy="3081240"/>
          </a:xfrm>
          <a:prstGeom prst="rect">
            <a:avLst/>
          </a:prstGeom>
          <a:ln w="0">
            <a:noFill/>
          </a:ln>
        </p:spPr>
      </p:pic>
      <p:sp>
        <p:nvSpPr>
          <p:cNvPr id="4" name="PlaceHolder 3"/>
          <p:cNvSpPr>
            <a:spLocks noGrp="1"/>
          </p:cNvSpPr>
          <p:nvPr>
            <p:ph type="sldNum" idx="5"/>
          </p:nvPr>
        </p:nvSpPr>
        <p:spPr/>
        <p:txBody>
          <a:bodyPr/>
          <a:p>
            <a:fld id="{50223924-996F-40F8-B220-B24947ED6A1F}"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685800" y="408960"/>
            <a:ext cx="1099368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US" sz="2500" spc="-1" strike="noStrike">
                <a:solidFill>
                  <a:schemeClr val="dk1"/>
                </a:solidFill>
                <a:latin typeface="Calibri"/>
              </a:rPr>
              <a:t>Learning outcome #3 – Width dependence</a:t>
            </a:r>
            <a:br>
              <a:rPr sz="2500"/>
            </a:br>
            <a:r>
              <a:rPr b="0" lang="en-US" sz="2000" spc="-1" strike="noStrike">
                <a:solidFill>
                  <a:schemeClr val="dk1"/>
                </a:solidFill>
                <a:latin typeface="Calibri"/>
              </a:rPr>
              <a:t>Width 0.6 - 1.6 µm (step 0.1 µm) – Wavelength 1.55 µm </a:t>
            </a:r>
            <a:endParaRPr b="0" lang="es-ES" sz="2000" spc="-1" strike="noStrike">
              <a:solidFill>
                <a:srgbClr val="000000"/>
              </a:solidFill>
              <a:latin typeface="Arial"/>
            </a:endParaRPr>
          </a:p>
        </p:txBody>
      </p:sp>
      <p:pic>
        <p:nvPicPr>
          <p:cNvPr id="91" name="Gráfico 82" descr=""/>
          <p:cNvPicPr/>
          <p:nvPr/>
        </p:nvPicPr>
        <p:blipFill>
          <a:blip r:embed="rId1">
            <a:extLst>
              <a:ext uri="{96DAC541-7B7A-43D3-8B79-37D633B846F1}">
                <asvg:svgBlip xmlns:asvg="http://schemas.microsoft.com/office/drawing/2016/SVG/main" r:embed="rId2"/>
              </a:ext>
            </a:extLst>
          </a:blip>
          <a:stretch/>
        </p:blipFill>
        <p:spPr>
          <a:xfrm>
            <a:off x="5045040" y="6356160"/>
            <a:ext cx="6408720" cy="362520"/>
          </a:xfrm>
          <a:prstGeom prst="rect">
            <a:avLst/>
          </a:prstGeom>
          <a:ln w="0">
            <a:noFill/>
          </a:ln>
        </p:spPr>
      </p:pic>
      <p:sp>
        <p:nvSpPr>
          <p:cNvPr id="92" name="PlaceHolder 2"/>
          <p:cNvSpPr>
            <a:spLocks noGrp="1"/>
          </p:cNvSpPr>
          <p:nvPr>
            <p:ph type="ftr" idx="19"/>
          </p:nvPr>
        </p:nvSpPr>
        <p:spPr>
          <a:xfrm>
            <a:off x="609480" y="6456960"/>
            <a:ext cx="2742480" cy="183960"/>
          </a:xfrm>
          <a:prstGeom prst="rect">
            <a:avLst/>
          </a:prstGeom>
          <a:noFill/>
          <a:ln w="0">
            <a:noFill/>
          </a:ln>
        </p:spPr>
        <p:txBody>
          <a:bodyPr lIns="0" rIns="0" tIns="0" bIns="0" anchor="ctr">
            <a:noAutofit/>
          </a:bodyPr>
          <a:lstStyle>
            <a:lvl1pPr marL="12600" indent="0" defTabSz="914400">
              <a:lnSpc>
                <a:spcPct val="100000"/>
              </a:lnSpc>
              <a:spcBef>
                <a:spcPts val="14"/>
              </a:spcBef>
              <a:buNone/>
              <a:tabLst>
                <a:tab algn="l" pos="0"/>
              </a:tabLst>
              <a:defRPr b="0" lang="es-ES" sz="12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1200" spc="-7" strike="noStrike">
                <a:solidFill>
                  <a:srgbClr val="585858"/>
                </a:solidFill>
                <a:latin typeface="Arial"/>
              </a:rPr>
              <a:t>LAB 1.0 WAVEGUIDES</a:t>
            </a:r>
            <a:endParaRPr b="0" lang="es-ES" sz="1200" spc="-1" strike="noStrike">
              <a:solidFill>
                <a:srgbClr val="000000"/>
              </a:solidFill>
              <a:latin typeface="Times New Roman"/>
            </a:endParaRPr>
          </a:p>
        </p:txBody>
      </p:sp>
      <p:sp>
        <p:nvSpPr>
          <p:cNvPr id="93" name="CuadroTexto 1"/>
          <p:cNvSpPr/>
          <p:nvPr/>
        </p:nvSpPr>
        <p:spPr>
          <a:xfrm>
            <a:off x="609480" y="4860360"/>
            <a:ext cx="11199240" cy="1250280"/>
          </a:xfrm>
          <a:prstGeom prst="rect">
            <a:avLst/>
          </a:prstGeom>
          <a:solidFill>
            <a:schemeClr val="bg1">
              <a:lumMod val="95000"/>
            </a:schemeClr>
          </a:solidFill>
          <a:ln w="28575">
            <a:solidFill>
              <a:srgbClr val="e0700d"/>
            </a:solidFill>
            <a:round/>
          </a:ln>
        </p:spPr>
        <p:style>
          <a:lnRef idx="0"/>
          <a:fillRef idx="0"/>
          <a:effectRef idx="0"/>
          <a:fontRef idx="minor"/>
        </p:style>
        <p:txBody>
          <a:bodyPr lIns="90000" rIns="90000" tIns="45000" bIns="45000" anchor="t">
            <a:spAutoFit/>
          </a:bodyPr>
          <a:p>
            <a:pPr algn="just" defTabSz="914400">
              <a:lnSpc>
                <a:spcPct val="100000"/>
              </a:lnSpc>
            </a:pPr>
            <a:r>
              <a:rPr b="0" lang="en-US" sz="1200" spc="-1" strike="noStrike">
                <a:solidFill>
                  <a:schemeClr val="dk1"/>
                </a:solidFill>
                <a:latin typeface="Arial"/>
              </a:rPr>
              <a:t>Comment results (neff changes this way with width, polarization behavior, etc…) </a:t>
            </a:r>
            <a:endParaRPr b="0" lang="es-ES" sz="1200" spc="-1" strike="noStrike">
              <a:solidFill>
                <a:srgbClr val="000000"/>
              </a:solidFill>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pPr>
            <a:r>
              <a:rPr b="0" lang="en-US" sz="1200" spc="-1" strike="noStrike">
                <a:solidFill>
                  <a:schemeClr val="dk1"/>
                </a:solidFill>
                <a:latin typeface="Arial"/>
              </a:rPr>
              <a:t>As the waveguide width increases, the effective index of each mode rises smoothly, indicating stronger confinement in the high‑index core.</a:t>
            </a:r>
            <a:endParaRPr b="0" lang="es-ES" sz="1200" spc="-1" strike="noStrike">
              <a:solidFill>
                <a:srgbClr val="000000"/>
              </a:solidFill>
              <a:latin typeface="Arial"/>
            </a:endParaRPr>
          </a:p>
          <a:p>
            <a:pPr marL="216000" indent="-216000" algn="just" defTabSz="914400">
              <a:lnSpc>
                <a:spcPct val="100000"/>
              </a:lnSpc>
              <a:spcBef>
                <a:spcPts val="1191"/>
              </a:spcBef>
              <a:spcAft>
                <a:spcPts val="992"/>
              </a:spcAft>
              <a:buClr>
                <a:srgbClr val="000000"/>
              </a:buClr>
              <a:buSzPct val="45000"/>
              <a:buFont typeface="Wingdings" charset="2"/>
              <a:buChar char=""/>
            </a:pPr>
            <a:r>
              <a:rPr b="0" lang="en-US" sz="1200" spc="-1" strike="noStrike">
                <a:solidFill>
                  <a:schemeClr val="dk1"/>
                </a:solidFill>
                <a:latin typeface="Arial"/>
              </a:rPr>
              <a:t>Polarization:We have pure TE0 and pure TM1, but modes 2 and 3 have not a polarized mode when they are unguided, but become more TE and TM polarized across the width range, which means a dependence between waveguude confine</a:t>
            </a:r>
            <a:endParaRPr b="0" lang="es-ES" sz="1200" spc="-1" strike="noStrike">
              <a:solidFill>
                <a:srgbClr val="000000"/>
              </a:solidFill>
              <a:latin typeface="Arial"/>
            </a:endParaRPr>
          </a:p>
        </p:txBody>
      </p:sp>
      <p:sp>
        <p:nvSpPr>
          <p:cNvPr id="94" name="Rectángulo 6"/>
          <p:cNvSpPr/>
          <p:nvPr/>
        </p:nvSpPr>
        <p:spPr>
          <a:xfrm>
            <a:off x="609480" y="1418400"/>
            <a:ext cx="11199240" cy="3305160"/>
          </a:xfrm>
          <a:prstGeom prst="rect">
            <a:avLst/>
          </a:prstGeom>
          <a:noFill/>
          <a:ln w="28575">
            <a:solidFill>
              <a:srgbClr val="e0700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95" name="CuadroTexto 7"/>
          <p:cNvSpPr/>
          <p:nvPr/>
        </p:nvSpPr>
        <p:spPr>
          <a:xfrm>
            <a:off x="2286000" y="2671200"/>
            <a:ext cx="7718040" cy="912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chemeClr val="dk1"/>
                </a:solidFill>
                <a:latin typeface="Calibri"/>
              </a:rPr>
              <a:t>deep</a:t>
            </a:r>
            <a:r>
              <a:rPr b="0" lang="en-US" sz="1800" spc="-1" strike="noStrike">
                <a:solidFill>
                  <a:schemeClr val="dk1"/>
                </a:solidFill>
                <a:latin typeface="Calibri"/>
              </a:rPr>
              <a:t> waveguide</a:t>
            </a:r>
            <a:endParaRPr b="0" lang="es-ES" sz="1800" spc="-1" strike="noStrike">
              <a:solidFill>
                <a:srgbClr val="000000"/>
              </a:solidFill>
              <a:latin typeface="Arial"/>
            </a:endParaRPr>
          </a:p>
          <a:p>
            <a:pPr algn="ctr" defTabSz="914400">
              <a:lnSpc>
                <a:spcPct val="100000"/>
              </a:lnSpc>
            </a:pPr>
            <a:endParaRPr b="0" lang="es-ES" sz="1800" spc="-1" strike="noStrike">
              <a:solidFill>
                <a:srgbClr val="000000"/>
              </a:solidFill>
              <a:latin typeface="Arial"/>
            </a:endParaRPr>
          </a:p>
          <a:p>
            <a:pPr algn="ctr" defTabSz="914400">
              <a:lnSpc>
                <a:spcPct val="100000"/>
              </a:lnSpc>
            </a:pPr>
            <a:r>
              <a:rPr b="0" lang="en-US" sz="1800" spc="-1" strike="noStrike">
                <a:solidFill>
                  <a:schemeClr val="dk1"/>
                </a:solidFill>
                <a:latin typeface="Calibri"/>
              </a:rPr>
              <a:t>Paste plot here</a:t>
            </a:r>
            <a:endParaRPr b="0" lang="es-ES" sz="1800" spc="-1" strike="noStrike">
              <a:solidFill>
                <a:srgbClr val="000000"/>
              </a:solidFill>
              <a:latin typeface="Arial"/>
            </a:endParaRPr>
          </a:p>
        </p:txBody>
      </p:sp>
      <p:pic>
        <p:nvPicPr>
          <p:cNvPr id="96" name="" descr=""/>
          <p:cNvPicPr/>
          <p:nvPr/>
        </p:nvPicPr>
        <p:blipFill>
          <a:blip r:embed="rId3"/>
          <a:stretch/>
        </p:blipFill>
        <p:spPr>
          <a:xfrm rot="21591600">
            <a:off x="3423240" y="1424520"/>
            <a:ext cx="5396040" cy="3138480"/>
          </a:xfrm>
          <a:prstGeom prst="rect">
            <a:avLst/>
          </a:prstGeom>
          <a:ln w="0">
            <a:noFill/>
          </a:ln>
        </p:spPr>
      </p:pic>
      <p:sp>
        <p:nvSpPr>
          <p:cNvPr id="4" name="PlaceHolder 3"/>
          <p:cNvSpPr>
            <a:spLocks noGrp="1"/>
          </p:cNvSpPr>
          <p:nvPr>
            <p:ph type="sldNum" idx="5"/>
          </p:nvPr>
        </p:nvSpPr>
        <p:spPr/>
        <p:txBody>
          <a:bodyPr/>
          <a:p>
            <a:fld id="{07CE9D87-EC09-4277-B41F-179B11E1D39E}"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685800" y="408960"/>
            <a:ext cx="10993680" cy="168912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US" sz="2500" spc="-1" strike="noStrike">
                <a:solidFill>
                  <a:schemeClr val="dk1"/>
                </a:solidFill>
                <a:latin typeface="Calibri"/>
              </a:rPr>
              <a:t>Learning outcome #4 – Waveguide compact model</a:t>
            </a:r>
            <a:br>
              <a:rPr sz="2500"/>
            </a:br>
            <a:r>
              <a:rPr b="0" lang="en-US" sz="2000" spc="-1" strike="noStrike">
                <a:solidFill>
                  <a:schemeClr val="dk1"/>
                </a:solidFill>
                <a:latin typeface="Calibri"/>
              </a:rPr>
              <a:t>- Find the compact models of the following waveguides: </a:t>
            </a:r>
            <a:br>
              <a:rPr sz="2000"/>
            </a:br>
            <a:r>
              <a:rPr b="1" lang="en-US" sz="2000" spc="-1" strike="noStrike">
                <a:solidFill>
                  <a:schemeClr val="dk1"/>
                </a:solidFill>
                <a:latin typeface="Calibri"/>
              </a:rPr>
              <a:t>Deep</a:t>
            </a:r>
            <a:r>
              <a:rPr b="0" lang="en-US" sz="2000" spc="-1" strike="noStrike">
                <a:solidFill>
                  <a:schemeClr val="dk1"/>
                </a:solidFill>
                <a:latin typeface="Calibri"/>
              </a:rPr>
              <a:t> waveguide, h=300nm, w=1.2um   - </a:t>
            </a:r>
            <a:r>
              <a:rPr b="1" lang="en-US" sz="2000" spc="-1" strike="noStrike">
                <a:solidFill>
                  <a:schemeClr val="dk1"/>
                </a:solidFill>
                <a:latin typeface="Calibri"/>
              </a:rPr>
              <a:t>Shallow</a:t>
            </a:r>
            <a:r>
              <a:rPr b="0" lang="en-US" sz="2000" spc="-1" strike="noStrike">
                <a:solidFill>
                  <a:schemeClr val="dk1"/>
                </a:solidFill>
                <a:latin typeface="Calibri"/>
              </a:rPr>
              <a:t> waveguide, core h=300nm, slab h=150 nm, w = 1.2um </a:t>
            </a:r>
            <a:br>
              <a:rPr sz="2000"/>
            </a:br>
            <a:endParaRPr b="0" lang="es-ES" sz="2000" spc="-1" strike="noStrike">
              <a:solidFill>
                <a:srgbClr val="000000"/>
              </a:solidFill>
              <a:latin typeface="Arial"/>
            </a:endParaRPr>
          </a:p>
        </p:txBody>
      </p:sp>
      <p:pic>
        <p:nvPicPr>
          <p:cNvPr id="98" name="Gráfico 82" descr=""/>
          <p:cNvPicPr/>
          <p:nvPr/>
        </p:nvPicPr>
        <p:blipFill>
          <a:blip r:embed="rId1">
            <a:extLst>
              <a:ext uri="{96DAC541-7B7A-43D3-8B79-37D633B846F1}">
                <asvg:svgBlip xmlns:asvg="http://schemas.microsoft.com/office/drawing/2016/SVG/main" r:embed="rId2"/>
              </a:ext>
            </a:extLst>
          </a:blip>
          <a:stretch/>
        </p:blipFill>
        <p:spPr>
          <a:xfrm>
            <a:off x="5045040" y="6356160"/>
            <a:ext cx="6408720" cy="362520"/>
          </a:xfrm>
          <a:prstGeom prst="rect">
            <a:avLst/>
          </a:prstGeom>
          <a:ln w="0">
            <a:noFill/>
          </a:ln>
        </p:spPr>
      </p:pic>
      <p:sp>
        <p:nvSpPr>
          <p:cNvPr id="99" name="PlaceHolder 2"/>
          <p:cNvSpPr>
            <a:spLocks noGrp="1"/>
          </p:cNvSpPr>
          <p:nvPr>
            <p:ph type="ftr" idx="20"/>
          </p:nvPr>
        </p:nvSpPr>
        <p:spPr>
          <a:xfrm>
            <a:off x="609480" y="6456960"/>
            <a:ext cx="2742480" cy="183960"/>
          </a:xfrm>
          <a:prstGeom prst="rect">
            <a:avLst/>
          </a:prstGeom>
          <a:noFill/>
          <a:ln w="0">
            <a:noFill/>
          </a:ln>
        </p:spPr>
        <p:txBody>
          <a:bodyPr lIns="0" rIns="0" tIns="0" bIns="0" anchor="ctr">
            <a:noAutofit/>
          </a:bodyPr>
          <a:lstStyle>
            <a:lvl1pPr marL="12600" indent="0" defTabSz="914400">
              <a:lnSpc>
                <a:spcPct val="100000"/>
              </a:lnSpc>
              <a:spcBef>
                <a:spcPts val="14"/>
              </a:spcBef>
              <a:buNone/>
              <a:tabLst>
                <a:tab algn="l" pos="0"/>
              </a:tabLst>
              <a:defRPr b="0" lang="es-ES" sz="12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1200" spc="-7" strike="noStrike">
                <a:solidFill>
                  <a:srgbClr val="585858"/>
                </a:solidFill>
                <a:latin typeface="Arial"/>
              </a:rPr>
              <a:t>LAB 1.0 WAVEGUIDES</a:t>
            </a:r>
            <a:endParaRPr b="0" lang="es-ES" sz="1200" spc="-1" strike="noStrike">
              <a:solidFill>
                <a:srgbClr val="000000"/>
              </a:solidFill>
              <a:latin typeface="Times New Roman"/>
            </a:endParaRPr>
          </a:p>
        </p:txBody>
      </p:sp>
      <p:sp>
        <p:nvSpPr>
          <p:cNvPr id="100" name="CuadroTexto 1"/>
          <p:cNvSpPr/>
          <p:nvPr/>
        </p:nvSpPr>
        <p:spPr>
          <a:xfrm>
            <a:off x="609480" y="4860360"/>
            <a:ext cx="11197800" cy="1361160"/>
          </a:xfrm>
          <a:prstGeom prst="rect">
            <a:avLst/>
          </a:prstGeom>
          <a:noFill/>
          <a:ln w="28575">
            <a:solidFill>
              <a:srgbClr val="e0700d"/>
            </a:solidFill>
            <a:round/>
          </a:ln>
        </p:spPr>
        <p:style>
          <a:lnRef idx="0"/>
          <a:fillRef idx="0"/>
          <a:effectRef idx="0"/>
          <a:fontRef idx="minor"/>
        </p:style>
        <p:txBody>
          <a:bodyPr lIns="90000" rIns="90000" tIns="45000" bIns="45000" anchor="t">
            <a:noAutofit/>
          </a:bodyPr>
          <a:p>
            <a:pPr defTabSz="914400">
              <a:lnSpc>
                <a:spcPct val="100000"/>
              </a:lnSpc>
            </a:pPr>
            <a:r>
              <a:rPr b="0" lang="es-ES" sz="1800" spc="-1" strike="noStrike">
                <a:solidFill>
                  <a:srgbClr val="ffffff">
                    <a:alpha val="1000"/>
                  </a:srgbClr>
                </a:solidFill>
                <a:latin typeface="Calibri"/>
              </a:rPr>
              <a:t> </a:t>
            </a:r>
            <a:endParaRPr b="0" lang="es-ES" sz="1800" spc="-1" strike="noStrike">
              <a:solidFill>
                <a:srgbClr val="000000"/>
              </a:solidFill>
              <a:latin typeface="Arial"/>
            </a:endParaRPr>
          </a:p>
        </p:txBody>
      </p:sp>
      <p:sp>
        <p:nvSpPr>
          <p:cNvPr id="101" name="Rectángulo 4"/>
          <p:cNvSpPr/>
          <p:nvPr/>
        </p:nvSpPr>
        <p:spPr>
          <a:xfrm>
            <a:off x="609480" y="1447920"/>
            <a:ext cx="5485680" cy="3305160"/>
          </a:xfrm>
          <a:prstGeom prst="rect">
            <a:avLst/>
          </a:prstGeom>
          <a:noFill/>
          <a:ln w="28575">
            <a:solidFill>
              <a:srgbClr val="e0700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2" name="Rectángulo 5"/>
          <p:cNvSpPr/>
          <p:nvPr/>
        </p:nvSpPr>
        <p:spPr>
          <a:xfrm>
            <a:off x="6321600" y="1447920"/>
            <a:ext cx="5485680" cy="3305160"/>
          </a:xfrm>
          <a:prstGeom prst="rect">
            <a:avLst/>
          </a:prstGeom>
          <a:noFill/>
          <a:ln w="28575">
            <a:solidFill>
              <a:srgbClr val="e0700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03" name="CuadroTexto 8"/>
          <p:cNvSpPr/>
          <p:nvPr/>
        </p:nvSpPr>
        <p:spPr>
          <a:xfrm>
            <a:off x="609480" y="2709000"/>
            <a:ext cx="5485680" cy="11995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s-ES" sz="1800" spc="-1" strike="noStrike">
                <a:solidFill>
                  <a:srgbClr val="ffffff">
                    <a:alpha val="1000"/>
                  </a:srgbClr>
                </a:solidFill>
                <a:latin typeface="Calibri"/>
              </a:rPr>
              <a:t> </a:t>
            </a:r>
            <a:endParaRPr b="0" lang="es-ES" sz="1800" spc="-1" strike="noStrike">
              <a:solidFill>
                <a:srgbClr val="000000"/>
              </a:solidFill>
              <a:latin typeface="Arial"/>
            </a:endParaRPr>
          </a:p>
        </p:txBody>
      </p:sp>
      <p:sp>
        <p:nvSpPr>
          <p:cNvPr id="104" name="CuadroTexto 9"/>
          <p:cNvSpPr/>
          <p:nvPr/>
        </p:nvSpPr>
        <p:spPr>
          <a:xfrm>
            <a:off x="6321600" y="2709000"/>
            <a:ext cx="5485680" cy="119952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s-ES" sz="1800" spc="-1" strike="noStrike">
                <a:solidFill>
                  <a:srgbClr val="ffffff">
                    <a:alpha val="1000"/>
                  </a:srgbClr>
                </a:solidFill>
                <a:latin typeface="Calibri"/>
              </a:rPr>
              <a:t> </a:t>
            </a:r>
            <a:endParaRPr b="0" lang="es-ES" sz="1800" spc="-1" strike="noStrike">
              <a:solidFill>
                <a:srgbClr val="000000"/>
              </a:solidFill>
              <a:latin typeface="Arial"/>
            </a:endParaRPr>
          </a:p>
        </p:txBody>
      </p:sp>
      <p:sp>
        <p:nvSpPr>
          <p:cNvPr id="105" name="CuadroTexto 7"/>
          <p:cNvSpPr/>
          <p:nvPr/>
        </p:nvSpPr>
        <p:spPr>
          <a:xfrm>
            <a:off x="6347520" y="4498560"/>
            <a:ext cx="5485680" cy="2725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1200" spc="-1" strike="noStrike">
                <a:solidFill>
                  <a:schemeClr val="dk1"/>
                </a:solidFill>
                <a:latin typeface="Arial"/>
              </a:rPr>
              <a:t>slab: 150nm</a:t>
            </a:r>
            <a:endParaRPr b="0" lang="es-ES" sz="1200" spc="-1" strike="noStrike">
              <a:solidFill>
                <a:srgbClr val="000000"/>
              </a:solidFill>
              <a:latin typeface="Arial"/>
            </a:endParaRPr>
          </a:p>
        </p:txBody>
      </p:sp>
      <p:sp>
        <p:nvSpPr>
          <p:cNvPr id="106" name=""/>
          <p:cNvSpPr/>
          <p:nvPr/>
        </p:nvSpPr>
        <p:spPr>
          <a:xfrm>
            <a:off x="1620000" y="5040000"/>
            <a:ext cx="4679640" cy="10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s-ES" sz="1800" spc="-1" strike="noStrike">
              <a:solidFill>
                <a:srgbClr val="000000"/>
              </a:solidFill>
              <a:latin typeface="Arial"/>
            </a:endParaRPr>
          </a:p>
        </p:txBody>
      </p:sp>
      <p:sp>
        <p:nvSpPr>
          <p:cNvPr id="107" name=""/>
          <p:cNvSpPr txBox="1"/>
          <p:nvPr/>
        </p:nvSpPr>
        <p:spPr>
          <a:xfrm>
            <a:off x="720000" y="4860360"/>
            <a:ext cx="11087280" cy="2050200"/>
          </a:xfrm>
          <a:prstGeom prst="rect">
            <a:avLst/>
          </a:prstGeom>
          <a:noFill/>
          <a:ln w="0">
            <a:noFill/>
          </a:ln>
        </p:spPr>
        <p:txBody>
          <a:bodyPr lIns="90000" rIns="90000" tIns="45000" bIns="45000" anchor="t">
            <a:noAutofit/>
          </a:bodyPr>
          <a:p>
            <a:r>
              <a:rPr b="0" lang="es-ES" sz="1000" spc="-1" strike="noStrike">
                <a:solidFill>
                  <a:srgbClr val="000000"/>
                </a:solidFill>
                <a:latin typeface="Arial"/>
              </a:rPr>
              <a:t>Polynomial Coefficients:n1 represents the baseline effective refractive index, neff(lambda0), n2 represents the slope of the curve, n3 represents the second derivative, the curvature.</a:t>
            </a:r>
            <a:endParaRPr b="0" lang="es-ES" sz="1000" spc="-1" strike="noStrike">
              <a:solidFill>
                <a:srgbClr val="000000"/>
              </a:solidFill>
              <a:latin typeface="Arial"/>
            </a:endParaRPr>
          </a:p>
          <a:p>
            <a:r>
              <a:rPr b="0" lang="es-ES" sz="1000" spc="-1" strike="noStrike">
                <a:solidFill>
                  <a:srgbClr val="000000"/>
                </a:solidFill>
                <a:latin typeface="Arial"/>
              </a:rPr>
              <a:t>Deep comparisson:The TE0 mode travels "slower" through the material, exhibiting both a higher effective index (1.605 compared to 1.527) and a higher group index (1.940 compared to 1.772). TM0 is more disperssive, 1.59e-09 s²/m compared to 1.07e-09s²/m for TE0, because the neff is smaller for TM.</a:t>
            </a:r>
            <a:endParaRPr b="0" lang="es-ES" sz="1000" spc="-1" strike="noStrike">
              <a:solidFill>
                <a:srgbClr val="000000"/>
              </a:solidFill>
              <a:latin typeface="Arial"/>
            </a:endParaRPr>
          </a:p>
          <a:p>
            <a:r>
              <a:rPr b="0" lang="es-ES" sz="1000" spc="-1" strike="noStrike">
                <a:solidFill>
                  <a:srgbClr val="000000"/>
                </a:solidFill>
                <a:latin typeface="Arial"/>
              </a:rPr>
              <a:t>Shallow Comparisson:  Similar as the comments of deep comparisson, but with a significative difference of the disperssion(~4e-10 less) because of the slab introduced.</a:t>
            </a:r>
            <a:endParaRPr b="0" lang="es-ES" sz="1000" spc="-1" strike="noStrike">
              <a:solidFill>
                <a:srgbClr val="000000"/>
              </a:solidFill>
              <a:latin typeface="Arial"/>
            </a:endParaRPr>
          </a:p>
          <a:p>
            <a:r>
              <a:rPr b="0" lang="es-ES" sz="1000" spc="-1" strike="noStrike">
                <a:solidFill>
                  <a:srgbClr val="000000"/>
                </a:solidFill>
                <a:latin typeface="Arial"/>
              </a:rPr>
              <a:t>Every D obtained are negative which means anomalous dispersion in the range of transmission. </a:t>
            </a:r>
            <a:endParaRPr b="0" lang="es-ES" sz="1000" spc="-1" strike="noStrike">
              <a:solidFill>
                <a:srgbClr val="000000"/>
              </a:solidFill>
              <a:latin typeface="Arial"/>
            </a:endParaRPr>
          </a:p>
          <a:p>
            <a:endParaRPr b="0" lang="es-ES" sz="1000" spc="-1" strike="noStrike">
              <a:solidFill>
                <a:srgbClr val="000000"/>
              </a:solidFill>
              <a:latin typeface="Arial"/>
            </a:endParaRPr>
          </a:p>
        </p:txBody>
      </p:sp>
      <p:pic>
        <p:nvPicPr>
          <p:cNvPr id="108" name="" descr=""/>
          <p:cNvPicPr/>
          <p:nvPr/>
        </p:nvPicPr>
        <p:blipFill>
          <a:blip r:embed="rId3"/>
          <a:stretch/>
        </p:blipFill>
        <p:spPr>
          <a:xfrm>
            <a:off x="900000" y="1581840"/>
            <a:ext cx="4500000" cy="3098160"/>
          </a:xfrm>
          <a:prstGeom prst="rect">
            <a:avLst/>
          </a:prstGeom>
          <a:ln w="0">
            <a:noFill/>
          </a:ln>
        </p:spPr>
      </p:pic>
      <p:pic>
        <p:nvPicPr>
          <p:cNvPr id="109" name="" descr=""/>
          <p:cNvPicPr/>
          <p:nvPr/>
        </p:nvPicPr>
        <p:blipFill>
          <a:blip r:embed="rId4"/>
          <a:stretch/>
        </p:blipFill>
        <p:spPr>
          <a:xfrm>
            <a:off x="6660000" y="1447920"/>
            <a:ext cx="4101480" cy="3223080"/>
          </a:xfrm>
          <a:prstGeom prst="rect">
            <a:avLst/>
          </a:prstGeom>
          <a:ln w="0">
            <a:noFill/>
          </a:ln>
        </p:spPr>
      </p:pic>
      <p:sp>
        <p:nvSpPr>
          <p:cNvPr id="4" name="PlaceHolder 3"/>
          <p:cNvSpPr>
            <a:spLocks noGrp="1"/>
          </p:cNvSpPr>
          <p:nvPr>
            <p:ph type="sldNum" idx="5"/>
          </p:nvPr>
        </p:nvSpPr>
        <p:spPr/>
        <p:txBody>
          <a:bodyPr/>
          <a:p>
            <a:fld id="{99FEB831-8A3F-423B-8872-589F3EDA1C34}"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685800" y="408960"/>
            <a:ext cx="10993680" cy="1157400"/>
          </a:xfrm>
          <a:prstGeom prst="rect">
            <a:avLst/>
          </a:prstGeom>
          <a:noFill/>
          <a:ln w="0">
            <a:noFill/>
          </a:ln>
        </p:spPr>
        <p:txBody>
          <a:bodyPr lIns="0" rIns="0" tIns="12600" bIns="0" anchor="t">
            <a:noAutofit/>
          </a:bodyPr>
          <a:p>
            <a:pPr marL="12600" indent="0">
              <a:lnSpc>
                <a:spcPct val="100000"/>
              </a:lnSpc>
              <a:spcBef>
                <a:spcPts val="99"/>
              </a:spcBef>
              <a:buNone/>
              <a:tabLst>
                <a:tab algn="l" pos="0"/>
              </a:tabLst>
            </a:pPr>
            <a:r>
              <a:rPr b="1" lang="en-US" sz="2500" spc="-1" strike="noStrike">
                <a:solidFill>
                  <a:schemeClr val="dk1"/>
                </a:solidFill>
                <a:latin typeface="Calibri"/>
                <a:ea typeface="Noto Sans CJK SC"/>
              </a:rPr>
              <a:t>Learning outcome #5 – Bend waveguide radius vs. loss – deep</a:t>
            </a:r>
            <a:br>
              <a:rPr sz="2500"/>
            </a:br>
            <a:r>
              <a:rPr b="0" lang="en-US" sz="2000" spc="-1" strike="noStrike">
                <a:solidFill>
                  <a:schemeClr val="dk1"/>
                </a:solidFill>
                <a:latin typeface="Calibri"/>
                <a:ea typeface="Noto Sans CJK SC"/>
              </a:rPr>
              <a:t>Find  neff_TE0 for wvl 1.55 µm, width 1.2 µm for R=25,50,75,100, 125,150 µm</a:t>
            </a:r>
            <a:br>
              <a:rPr sz="2000"/>
            </a:br>
            <a:endParaRPr b="0" lang="es-ES" sz="2000" spc="-1" strike="noStrike">
              <a:solidFill>
                <a:srgbClr val="000000"/>
              </a:solidFill>
              <a:latin typeface="Arial"/>
            </a:endParaRPr>
          </a:p>
        </p:txBody>
      </p:sp>
      <p:pic>
        <p:nvPicPr>
          <p:cNvPr id="111" name="Gráfico 82" descr=""/>
          <p:cNvPicPr/>
          <p:nvPr/>
        </p:nvPicPr>
        <p:blipFill>
          <a:blip r:embed="rId1">
            <a:extLst>
              <a:ext uri="{96DAC541-7B7A-43D3-8B79-37D633B846F1}">
                <asvg:svgBlip xmlns:asvg="http://schemas.microsoft.com/office/drawing/2016/SVG/main" r:embed="rId2"/>
              </a:ext>
            </a:extLst>
          </a:blip>
          <a:stretch/>
        </p:blipFill>
        <p:spPr>
          <a:xfrm>
            <a:off x="5045040" y="6356160"/>
            <a:ext cx="6408720" cy="362520"/>
          </a:xfrm>
          <a:prstGeom prst="rect">
            <a:avLst/>
          </a:prstGeom>
          <a:ln w="0">
            <a:noFill/>
          </a:ln>
        </p:spPr>
      </p:pic>
      <p:sp>
        <p:nvSpPr>
          <p:cNvPr id="112" name="PlaceHolder 2"/>
          <p:cNvSpPr>
            <a:spLocks noGrp="1"/>
          </p:cNvSpPr>
          <p:nvPr>
            <p:ph type="ftr" idx="21"/>
          </p:nvPr>
        </p:nvSpPr>
        <p:spPr>
          <a:xfrm>
            <a:off x="609480" y="6456960"/>
            <a:ext cx="2742480" cy="183960"/>
          </a:xfrm>
          <a:prstGeom prst="rect">
            <a:avLst/>
          </a:prstGeom>
          <a:noFill/>
          <a:ln w="0">
            <a:noFill/>
          </a:ln>
        </p:spPr>
        <p:txBody>
          <a:bodyPr lIns="0" rIns="0" tIns="0" bIns="0" anchor="ctr">
            <a:noAutofit/>
          </a:bodyPr>
          <a:lstStyle>
            <a:lvl1pPr marL="12600" indent="0" defTabSz="914400">
              <a:lnSpc>
                <a:spcPct val="100000"/>
              </a:lnSpc>
              <a:spcBef>
                <a:spcPts val="14"/>
              </a:spcBef>
              <a:buNone/>
              <a:tabLst>
                <a:tab algn="l" pos="0"/>
              </a:tabLst>
              <a:defRPr b="0" lang="es-ES" sz="1200" spc="-7" strike="noStrike">
                <a:solidFill>
                  <a:srgbClr val="585858"/>
                </a:solidFill>
                <a:latin typeface="Arial"/>
              </a:defRPr>
            </a:lvl1pPr>
          </a:lstStyle>
          <a:p>
            <a:pPr marL="12600" indent="0" defTabSz="914400">
              <a:lnSpc>
                <a:spcPct val="100000"/>
              </a:lnSpc>
              <a:spcBef>
                <a:spcPts val="14"/>
              </a:spcBef>
              <a:buNone/>
              <a:tabLst>
                <a:tab algn="l" pos="0"/>
              </a:tabLst>
            </a:pPr>
            <a:r>
              <a:rPr b="0" lang="es-ES" sz="1200" spc="-7" strike="noStrike">
                <a:solidFill>
                  <a:srgbClr val="585858"/>
                </a:solidFill>
                <a:latin typeface="Arial"/>
              </a:rPr>
              <a:t>LAB 1.0 WAVEGUIDES</a:t>
            </a:r>
            <a:endParaRPr b="0" lang="es-ES" sz="1200" spc="-1" strike="noStrike">
              <a:solidFill>
                <a:srgbClr val="000000"/>
              </a:solidFill>
              <a:latin typeface="Times New Roman"/>
            </a:endParaRPr>
          </a:p>
        </p:txBody>
      </p:sp>
      <p:sp>
        <p:nvSpPr>
          <p:cNvPr id="113" name="CuadroTexto 1"/>
          <p:cNvSpPr/>
          <p:nvPr/>
        </p:nvSpPr>
        <p:spPr>
          <a:xfrm>
            <a:off x="609480" y="4860360"/>
            <a:ext cx="11199240" cy="1369800"/>
          </a:xfrm>
          <a:prstGeom prst="rect">
            <a:avLst/>
          </a:prstGeom>
          <a:solidFill>
            <a:schemeClr val="bg1">
              <a:lumMod val="95000"/>
            </a:schemeClr>
          </a:solidFill>
          <a:ln w="28575">
            <a:solidFill>
              <a:srgbClr val="e0700d"/>
            </a:solidFill>
            <a:round/>
          </a:ln>
        </p:spPr>
        <p:style>
          <a:lnRef idx="0"/>
          <a:fillRef idx="0"/>
          <a:effectRef idx="0"/>
          <a:fontRef idx="minor"/>
        </p:style>
        <p:txBody>
          <a:bodyPr lIns="90000" rIns="90000" tIns="45000" bIns="45000" anchor="t">
            <a:spAutoFit/>
          </a:bodyPr>
          <a:p>
            <a:pPr algn="just" defTabSz="914400">
              <a:lnSpc>
                <a:spcPct val="100000"/>
              </a:lnSpc>
            </a:pPr>
            <a:r>
              <a:rPr b="0" lang="en-US" sz="1200" spc="-1" strike="noStrike">
                <a:solidFill>
                  <a:schemeClr val="dk1"/>
                </a:solidFill>
                <a:latin typeface="Arial"/>
              </a:rPr>
              <a:t>Safe Radius: R&gt;=50, because in that point total loss became less than 0.1dB/90º.</a:t>
            </a:r>
            <a:endParaRPr b="0" lang="es-ES" sz="1200" spc="-1" strike="noStrike">
              <a:solidFill>
                <a:srgbClr val="000000"/>
              </a:solidFill>
              <a:latin typeface="Arial"/>
            </a:endParaRPr>
          </a:p>
          <a:p>
            <a:pPr algn="just" defTabSz="914400">
              <a:lnSpc>
                <a:spcPct val="100000"/>
              </a:lnSpc>
            </a:pPr>
            <a:r>
              <a:rPr b="0" lang="en-US" sz="1200" spc="-1" strike="noStrike">
                <a:solidFill>
                  <a:schemeClr val="dk1"/>
                </a:solidFill>
                <a:latin typeface="Arial"/>
              </a:rPr>
              <a:t>Bend effective index became smaller as we make radius bigger because of the shift movement that produces the shape of the curve.</a:t>
            </a: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endParaRPr b="0" lang="es-ES" sz="1200" spc="-1" strike="noStrike">
              <a:solidFill>
                <a:srgbClr val="000000"/>
              </a:solidFill>
              <a:latin typeface="Arial"/>
            </a:endParaRPr>
          </a:p>
          <a:p>
            <a:pPr algn="just" defTabSz="914400">
              <a:lnSpc>
                <a:spcPct val="100000"/>
              </a:lnSpc>
            </a:pPr>
            <a:r>
              <a:rPr b="0" lang="es-ES" sz="1200" spc="-1" strike="noStrike">
                <a:solidFill>
                  <a:srgbClr val="000000"/>
                </a:solidFill>
                <a:latin typeface="Arial"/>
              </a:rPr>
              <a:t>s</a:t>
            </a:r>
            <a:endParaRPr b="0" lang="es-ES" sz="1200" spc="-1" strike="noStrike">
              <a:solidFill>
                <a:srgbClr val="000000"/>
              </a:solidFill>
              <a:latin typeface="Arial"/>
            </a:endParaRPr>
          </a:p>
        </p:txBody>
      </p:sp>
      <p:sp>
        <p:nvSpPr>
          <p:cNvPr id="114" name="Rectángulo 6"/>
          <p:cNvSpPr/>
          <p:nvPr/>
        </p:nvSpPr>
        <p:spPr>
          <a:xfrm>
            <a:off x="609480" y="1418400"/>
            <a:ext cx="11199240" cy="3305160"/>
          </a:xfrm>
          <a:prstGeom prst="rect">
            <a:avLst/>
          </a:prstGeom>
          <a:noFill/>
          <a:ln w="28575">
            <a:solidFill>
              <a:srgbClr val="e0700d"/>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Calibri"/>
            </a:endParaRPr>
          </a:p>
        </p:txBody>
      </p:sp>
      <p:sp>
        <p:nvSpPr>
          <p:cNvPr id="115" name="CuadroTexto 7"/>
          <p:cNvSpPr/>
          <p:nvPr/>
        </p:nvSpPr>
        <p:spPr>
          <a:xfrm>
            <a:off x="2978280" y="2784240"/>
            <a:ext cx="6234840" cy="912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chemeClr val="dk1"/>
                </a:solidFill>
                <a:latin typeface="Calibri"/>
              </a:rPr>
              <a:t>deep</a:t>
            </a:r>
            <a:r>
              <a:rPr b="0" lang="en-US" sz="1800" spc="-1" strike="noStrike">
                <a:solidFill>
                  <a:schemeClr val="dk1"/>
                </a:solidFill>
                <a:latin typeface="Calibri"/>
              </a:rPr>
              <a:t> waveguide</a:t>
            </a:r>
            <a:endParaRPr b="0" lang="es-ES" sz="1800" spc="-1" strike="noStrike">
              <a:solidFill>
                <a:srgbClr val="000000"/>
              </a:solidFill>
              <a:latin typeface="Arial"/>
            </a:endParaRPr>
          </a:p>
          <a:p>
            <a:pPr algn="ctr" defTabSz="914400">
              <a:lnSpc>
                <a:spcPct val="100000"/>
              </a:lnSpc>
            </a:pPr>
            <a:endParaRPr b="0" lang="es-ES" sz="1800" spc="-1" strike="noStrike">
              <a:solidFill>
                <a:srgbClr val="000000"/>
              </a:solidFill>
              <a:latin typeface="Arial"/>
            </a:endParaRPr>
          </a:p>
          <a:p>
            <a:pPr algn="ctr" defTabSz="914400">
              <a:lnSpc>
                <a:spcPct val="100000"/>
              </a:lnSpc>
            </a:pPr>
            <a:r>
              <a:rPr b="0" lang="en-US" sz="1800" spc="-1" strike="noStrike">
                <a:solidFill>
                  <a:schemeClr val="dk1"/>
                </a:solidFill>
                <a:latin typeface="Calibri"/>
              </a:rPr>
              <a:t>Paste Total Loss (dB/90º) vs R &amp; neff_TE0 vs R</a:t>
            </a:r>
            <a:endParaRPr b="0" lang="es-ES" sz="1800" spc="-1" strike="noStrike">
              <a:solidFill>
                <a:srgbClr val="000000"/>
              </a:solidFill>
              <a:latin typeface="Arial"/>
            </a:endParaRPr>
          </a:p>
        </p:txBody>
      </p:sp>
      <p:pic>
        <p:nvPicPr>
          <p:cNvPr id="116" name="" descr=""/>
          <p:cNvPicPr/>
          <p:nvPr/>
        </p:nvPicPr>
        <p:blipFill>
          <a:blip r:embed="rId3"/>
          <a:stretch/>
        </p:blipFill>
        <p:spPr>
          <a:xfrm>
            <a:off x="6120000" y="1468440"/>
            <a:ext cx="5400000" cy="3211560"/>
          </a:xfrm>
          <a:prstGeom prst="rect">
            <a:avLst/>
          </a:prstGeom>
          <a:ln w="0">
            <a:noFill/>
          </a:ln>
        </p:spPr>
      </p:pic>
      <p:pic>
        <p:nvPicPr>
          <p:cNvPr id="117" name="" descr=""/>
          <p:cNvPicPr/>
          <p:nvPr/>
        </p:nvPicPr>
        <p:blipFill>
          <a:blip r:embed="rId4"/>
          <a:stretch/>
        </p:blipFill>
        <p:spPr>
          <a:xfrm>
            <a:off x="1440000" y="1497960"/>
            <a:ext cx="4680000" cy="3225600"/>
          </a:xfrm>
          <a:prstGeom prst="rect">
            <a:avLst/>
          </a:prstGeom>
          <a:ln w="0">
            <a:noFill/>
          </a:ln>
        </p:spPr>
      </p:pic>
      <p:sp>
        <p:nvSpPr>
          <p:cNvPr id="4" name="PlaceHolder 3"/>
          <p:cNvSpPr>
            <a:spLocks noGrp="1"/>
          </p:cNvSpPr>
          <p:nvPr>
            <p:ph type="sldNum" idx="5"/>
          </p:nvPr>
        </p:nvSpPr>
        <p:spPr/>
        <p:txBody>
          <a:bodyPr/>
          <a:p>
            <a:fld id="{DBCA3F30-06A2-4DD7-ABDF-A4376B7BAF81}"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object 3"/>
          <p:cNvSpPr/>
          <p:nvPr/>
        </p:nvSpPr>
        <p:spPr>
          <a:xfrm>
            <a:off x="3945600" y="2636640"/>
            <a:ext cx="8245800" cy="1584360"/>
          </a:xfrm>
          <a:prstGeom prst="rect">
            <a:avLst/>
          </a:prstGeom>
          <a:blipFill rotWithShape="0">
            <a:blip r:embed="rId1"/>
            <a:srcRect/>
            <a:stretch/>
          </a:blipFill>
          <a:ln w="0">
            <a:noFill/>
          </a:ln>
        </p:spPr>
        <p:style>
          <a:lnRef idx="0"/>
          <a:fillRef idx="0"/>
          <a:effectRef idx="0"/>
          <a:fontRef idx="minor"/>
        </p:style>
        <p:txBody>
          <a:bodyPr lIns="0" rIns="0" tIns="0" bIns="0" anchor="t">
            <a:noAutofit/>
          </a:bodyPr>
          <a:p>
            <a:pPr defTabSz="914400">
              <a:lnSpc>
                <a:spcPct val="100000"/>
              </a:lnSpc>
            </a:pPr>
            <a:endParaRPr b="0" lang="es-ES" sz="1800" spc="-1" strike="noStrike">
              <a:solidFill>
                <a:schemeClr val="dk1"/>
              </a:solidFill>
              <a:latin typeface="Calibri"/>
            </a:endParaRPr>
          </a:p>
        </p:txBody>
      </p:sp>
      <p:sp>
        <p:nvSpPr>
          <p:cNvPr id="119" name="PlaceHolder 1"/>
          <p:cNvSpPr>
            <a:spLocks noGrp="1"/>
          </p:cNvSpPr>
          <p:nvPr>
            <p:ph type="title"/>
          </p:nvPr>
        </p:nvSpPr>
        <p:spPr>
          <a:xfrm>
            <a:off x="4513320" y="3165840"/>
            <a:ext cx="2232720" cy="1158120"/>
          </a:xfrm>
          <a:prstGeom prst="rect">
            <a:avLst/>
          </a:prstGeom>
          <a:noFill/>
          <a:ln w="0">
            <a:noFill/>
          </a:ln>
        </p:spPr>
        <p:txBody>
          <a:bodyPr lIns="0" rIns="0" tIns="13320" bIns="0" anchor="t">
            <a:noAutofit/>
          </a:bodyPr>
          <a:p>
            <a:pPr marL="12600" indent="0">
              <a:lnSpc>
                <a:spcPct val="100000"/>
              </a:lnSpc>
              <a:spcBef>
                <a:spcPts val="105"/>
              </a:spcBef>
              <a:buNone/>
              <a:tabLst>
                <a:tab algn="l" pos="0"/>
              </a:tabLst>
            </a:pPr>
            <a:r>
              <a:rPr b="1" lang="es-ES" sz="3200" spc="-7" strike="noStrike">
                <a:solidFill>
                  <a:srgbClr val="ffffff"/>
                </a:solidFill>
                <a:latin typeface="Lucida Sans"/>
              </a:rPr>
              <a:t>Thank</a:t>
            </a:r>
            <a:r>
              <a:rPr b="1" lang="es-ES" sz="3200" spc="-55" strike="noStrike">
                <a:solidFill>
                  <a:srgbClr val="ffffff"/>
                </a:solidFill>
                <a:latin typeface="Lucida Sans"/>
              </a:rPr>
              <a:t> </a:t>
            </a:r>
            <a:r>
              <a:rPr b="1" lang="es-ES" sz="3200" spc="-1" strike="noStrike">
                <a:solidFill>
                  <a:srgbClr val="ffffff"/>
                </a:solidFill>
                <a:latin typeface="Lucida Sans"/>
              </a:rPr>
              <a:t>you</a:t>
            </a:r>
            <a:endParaRPr b="0" lang="es-ES" sz="3200" spc="-1" strike="noStrike">
              <a:solidFill>
                <a:srgbClr val="000000"/>
              </a:solidFill>
              <a:latin typeface="Arial"/>
            </a:endParaRPr>
          </a:p>
        </p:txBody>
      </p:sp>
      <p:sp>
        <p:nvSpPr>
          <p:cNvPr id="3" name="PlaceHolder 2"/>
          <p:cNvSpPr>
            <a:spLocks noGrp="1"/>
          </p:cNvSpPr>
          <p:nvPr>
            <p:ph type="sldNum" idx="9"/>
          </p:nvPr>
        </p:nvSpPr>
        <p:spPr/>
        <p:txBody>
          <a:bodyPr/>
          <a:p>
            <a:fld id="{9FC05CB5-E32B-4C45-B140-FD0BCD32E9EC}" type="slidenum">
              <a:t>8</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1072</TotalTime>
  <Application>LibreOffice/24.2.7.2$Linux_X86_64 LibreOffice_project/420$Build-2</Application>
  <AppVersion>15.0000</AppVersion>
  <Words>531</Words>
  <Paragraphs>99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2025-01-27T02:46:57Z</dcterms:created>
  <dc:creator>Mª Ester Calataytud</dc:creator>
  <dc:description/>
  <dc:language>es-ES</dc:language>
  <cp:lastModifiedBy/>
  <dcterms:modified xsi:type="dcterms:W3CDTF">2026-02-28T18:00:00Z</dcterms:modified>
  <cp:revision>14</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Notes">
    <vt:i4>5</vt:i4>
  </property>
  <property fmtid="{D5CDD505-2E9C-101B-9397-08002B2CF9AE}" pid="6" name="PresentationFormat">
    <vt:lpwstr>Panorámica</vt:lpwstr>
  </property>
  <property fmtid="{D5CDD505-2E9C-101B-9397-08002B2CF9AE}" pid="7" name="Slides">
    <vt:i4>8</vt:i4>
  </property>
</Properties>
</file>